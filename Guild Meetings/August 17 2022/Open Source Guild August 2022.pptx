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2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3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3" r:id="rId2"/>
    <p:sldMasterId id="2147483770" r:id="rId3"/>
    <p:sldMasterId id="2147483804" r:id="rId4"/>
  </p:sldMasterIdLst>
  <p:notesMasterIdLst>
    <p:notesMasterId r:id="rId16"/>
  </p:notesMasterIdLst>
  <p:sldIdLst>
    <p:sldId id="2147375619" r:id="rId5"/>
    <p:sldId id="2147375630" r:id="rId6"/>
    <p:sldId id="2147375622" r:id="rId7"/>
    <p:sldId id="2147375627" r:id="rId8"/>
    <p:sldId id="2147375623" r:id="rId9"/>
    <p:sldId id="2147375632" r:id="rId10"/>
    <p:sldId id="2147375633" r:id="rId11"/>
    <p:sldId id="2147375628" r:id="rId12"/>
    <p:sldId id="2147375624" r:id="rId13"/>
    <p:sldId id="2147375626" r:id="rId14"/>
    <p:sldId id="214737562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22"/>
    <p:restoredTop sz="74096"/>
  </p:normalViewPr>
  <p:slideViewPr>
    <p:cSldViewPr snapToGrid="0" snapToObjects="1">
      <p:cViewPr varScale="1">
        <p:scale>
          <a:sx n="102" d="100"/>
          <a:sy n="102" d="100"/>
        </p:scale>
        <p:origin x="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ultonm@ca.ibm.com/Documents/Presentations/zDC/OpenSourceToolComparisonBy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Open Source System Tools available</a:t>
            </a:r>
            <a:r>
              <a:rPr lang="en-US" baseline="0" dirty="0">
                <a:solidFill>
                  <a:schemeClr val="bg1"/>
                </a:solidFill>
              </a:rPr>
              <a:t> by </a:t>
            </a:r>
            <a:r>
              <a:rPr lang="en-US" dirty="0">
                <a:solidFill>
                  <a:schemeClr val="bg1"/>
                </a:solidFill>
              </a:rPr>
              <a:t>Popular 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06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616-5D46-A38E-1B076CB44B04}"/>
              </c:ext>
            </c:extLst>
          </c:dPt>
          <c:dPt>
            <c:idx val="2"/>
            <c:invertIfNegative val="0"/>
            <c:bubble3D val="0"/>
            <c:spPr>
              <a:solidFill>
                <a:srgbClr val="FF8F5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616-5D46-A38E-1B076CB44B04}"/>
              </c:ext>
            </c:extLst>
          </c:dPt>
          <c:dPt>
            <c:idx val="3"/>
            <c:invertIfNegative val="0"/>
            <c:bubble3D val="0"/>
            <c:spPr>
              <a:solidFill>
                <a:srgbClr val="6F134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616-5D46-A38E-1B076CB44B04}"/>
              </c:ext>
            </c:extLst>
          </c:dPt>
          <c:dPt>
            <c:idx val="4"/>
            <c:invertIfNegative val="0"/>
            <c:bubble3D val="0"/>
            <c:spPr>
              <a:solidFill>
                <a:srgbClr val="EE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616-5D46-A38E-1B076CB44B04}"/>
              </c:ext>
            </c:extLst>
          </c:dPt>
          <c:cat>
            <c:strRef>
              <c:f>Sheet1!$A$2:$A$6</c:f>
              <c:strCache>
                <c:ptCount val="5"/>
                <c:pt idx="1">
                  <c:v>z/OS</c:v>
                </c:pt>
                <c:pt idx="2">
                  <c:v>Mac</c:v>
                </c:pt>
                <c:pt idx="3">
                  <c:v>Ubuntu</c:v>
                </c:pt>
                <c:pt idx="4">
                  <c:v>Red Hat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1">
                  <c:v>521</c:v>
                </c:pt>
                <c:pt idx="2">
                  <c:v>1010</c:v>
                </c:pt>
                <c:pt idx="3">
                  <c:v>1149</c:v>
                </c:pt>
                <c:pt idx="4">
                  <c:v>1199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616-5D46-A38E-1B076CB44B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8930575"/>
        <c:axId val="1968932223"/>
      </c:barChart>
      <c:catAx>
        <c:axId val="1968930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8932223"/>
        <c:crosses val="autoZero"/>
        <c:auto val="1"/>
        <c:lblAlgn val="ctr"/>
        <c:lblOffset val="100"/>
        <c:noMultiLvlLbl val="0"/>
      </c:catAx>
      <c:valAx>
        <c:axId val="1968932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89305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B650E-FED7-5E42-9311-6D2901FA222D}" type="datetimeFigureOut">
              <a:rPr lang="en-US" smtClean="0"/>
              <a:t>8/15/22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6F5B3-C93E-EB4E-B69F-51DA9FC4C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99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6F3B69-3236-C041-B190-A29A8F379FB2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7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Ok, now, let’s talk about Open source on z/OS? A common question is why? When you have Linux on z?</a:t>
            </a:r>
          </a:p>
          <a:p>
            <a:b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 continue to modernize the platforms and introduce new technologies, we are finding that many of the core tools that are present on Mac, Ubuntu and Red-hot are not available on z/OS.</a:t>
            </a:r>
          </a:p>
          <a:p>
            <a:b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fact, z/OS only has 50% of the utilities that are provided on a barebones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machine.  </a:t>
            </a:r>
          </a:p>
          <a:p>
            <a:b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why are so behind?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6F5B3-C93E-EB4E-B69F-51DA9FC4C5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8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6F5B3-C93E-EB4E-B69F-51DA9FC4C5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47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gi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5.svg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52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46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765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4481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9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07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24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63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9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321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41326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890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37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22039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931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9320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2D9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483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1D6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rgbClr val="161616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03022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01D6C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78A9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5618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81216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414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02D9C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043C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F62F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78A9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00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5053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2171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031542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846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3462216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871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1296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31139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 descr="IBM 8-bar logo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6" y="3087490"/>
            <a:ext cx="1722793" cy="6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86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_4">
    <p:bg>
      <p:bgPr>
        <a:solidFill>
          <a:srgbClr val="06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56032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56032"/>
            <a:ext cx="5498592" cy="5726176"/>
          </a:xfrm>
        </p:spPr>
        <p:txBody>
          <a:bodyPr/>
          <a:lstStyle>
            <a:lvl1pPr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1pPr>
            <a:lvl2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2pPr>
            <a:lvl3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3pPr>
            <a:lvl4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4pPr>
            <a:lvl5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oogle Shape;51;p9">
            <a:extLst>
              <a:ext uri="{FF2B5EF4-FFF2-40B4-BE49-F238E27FC236}">
                <a16:creationId xmlns:a16="http://schemas.microsoft.com/office/drawing/2014/main" id="{4A5934AD-AE39-7C43-A42E-32EC3FBFEB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6136971" y="6410400"/>
            <a:ext cx="975860" cy="22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37148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548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32520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69096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8072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69096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1" y="1669096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094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BAE7C8F-87B9-3645-93AA-AC768A0A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Click to edit Master title style</a:t>
            </a:r>
            <a:endParaRPr lang="en-US" sz="2133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C87FD-00BD-DD47-B24F-1A0F105FCE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69008" y="5679494"/>
            <a:ext cx="353568" cy="8703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EFF475-6B68-9C4F-BCB7-353A070069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5816" y="6322501"/>
            <a:ext cx="2119141" cy="29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969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4C87FD-00BD-DD47-B24F-1A0F105FCE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69008" y="5679494"/>
            <a:ext cx="353568" cy="8703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EFF475-6B68-9C4F-BCB7-353A070069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5816" y="6322501"/>
            <a:ext cx="2119141" cy="290451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F6F2ED1E-56F4-1445-A174-05D99CF1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Click to edit Master title style</a:t>
            </a:r>
            <a:endParaRPr lang="en-US" sz="2133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8187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4C87FD-00BD-DD47-B24F-1A0F105FCE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69008" y="5679494"/>
            <a:ext cx="353568" cy="8703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EFF475-6B68-9C4F-BCB7-353A070069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5816" y="6322501"/>
            <a:ext cx="2119141" cy="290451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F6F2ED1E-56F4-1445-A174-05D99CF1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Click to edit Master title style</a:t>
            </a:r>
            <a:endParaRPr lang="en-US" sz="2133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6590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with_image_1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80416" y="256032"/>
            <a:ext cx="5426477" cy="474268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Master presentation template on Teal 80 background, three line maximum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sz="2133" dirty="0">
                <a:solidFill>
                  <a:schemeClr val="accent2"/>
                </a:solidFill>
              </a:rPr>
              <a:t>—</a:t>
            </a:r>
            <a:br>
              <a:rPr lang="en-US" sz="2133" dirty="0">
                <a:solidFill>
                  <a:schemeClr val="accent2"/>
                </a:solidFill>
              </a:rPr>
            </a:br>
            <a:r>
              <a:rPr lang="en-US" sz="2133" dirty="0">
                <a:solidFill>
                  <a:schemeClr val="accent2"/>
                </a:solidFill>
              </a:rPr>
              <a:t>First </a:t>
            </a:r>
            <a:r>
              <a:rPr lang="en-US" sz="2133" dirty="0" err="1">
                <a:solidFill>
                  <a:schemeClr val="accent2"/>
                </a:solidFill>
              </a:rPr>
              <a:t>Lastname</a:t>
            </a:r>
            <a:br>
              <a:rPr lang="en-US" sz="2133" dirty="0">
                <a:solidFill>
                  <a:schemeClr val="accent2"/>
                </a:solidFill>
              </a:rPr>
            </a:br>
            <a:r>
              <a:rPr lang="en-US" sz="2133" dirty="0">
                <a:solidFill>
                  <a:schemeClr val="accent2"/>
                </a:solidFill>
              </a:rPr>
              <a:t>Job Title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B9C39-8F5B-7945-9D73-42AB26CD2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6787" y="5685516"/>
            <a:ext cx="351120" cy="865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81D70-40A6-AC49-B116-AC0D52A7ED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5816" y="6322501"/>
            <a:ext cx="2119141" cy="290451"/>
          </a:xfrm>
          <a:prstGeom prst="rect">
            <a:avLst/>
          </a:prstGeom>
        </p:spPr>
      </p:pic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B088CEF0-EF57-1548-8AFC-CF01B150CD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204323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with_image_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14C667-A9AB-6C40-A0A2-7D188F2665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816" y="6322189"/>
            <a:ext cx="2121408" cy="290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860E12-993A-A34A-BCC4-684E937ACD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H="1">
            <a:off x="5476137" y="5685516"/>
            <a:ext cx="351771" cy="86563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B7E7827-A567-D64C-A0FF-05D73F8BE6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0416" y="256032"/>
            <a:ext cx="5522976" cy="5726176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0CA509B-53CC-6D49-91F6-6F092F7F76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-234951"/>
            <a:ext cx="6096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3623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2979" y="256032"/>
            <a:ext cx="5522976" cy="1066800"/>
          </a:xfrm>
        </p:spPr>
        <p:txBody>
          <a:bodyPr/>
          <a:lstStyle>
            <a:lvl1pPr>
              <a:defRPr>
                <a:solidFill>
                  <a:srgbClr val="0043C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6155" y="1669096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43CE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43CE"/>
                </a:solidFill>
              </a:defRPr>
            </a:lvl2pPr>
            <a:lvl3pPr marL="268807" indent="0">
              <a:buNone/>
              <a:defRPr>
                <a:solidFill>
                  <a:srgbClr val="0043CE"/>
                </a:solidFill>
              </a:defRPr>
            </a:lvl3pPr>
            <a:lvl4pPr marL="579946" indent="0">
              <a:buNone/>
              <a:defRPr>
                <a:solidFill>
                  <a:srgbClr val="0043CE"/>
                </a:solidFill>
              </a:defRPr>
            </a:lvl4pPr>
            <a:lvl5pPr marL="842402" indent="0">
              <a:buNone/>
              <a:defRPr>
                <a:solidFill>
                  <a:srgbClr val="0043CE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402155" y="1669096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43CE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43CE"/>
                </a:solidFill>
              </a:defRPr>
            </a:lvl2pPr>
            <a:lvl3pPr marL="268807" indent="0">
              <a:buNone/>
              <a:defRPr>
                <a:solidFill>
                  <a:srgbClr val="0043CE"/>
                </a:solidFill>
              </a:defRPr>
            </a:lvl3pPr>
            <a:lvl4pPr marL="579946" indent="0">
              <a:buNone/>
              <a:defRPr>
                <a:solidFill>
                  <a:srgbClr val="0043CE"/>
                </a:solidFill>
              </a:defRPr>
            </a:lvl4pPr>
            <a:lvl5pPr marL="842402" indent="0">
              <a:buNone/>
              <a:defRPr>
                <a:solidFill>
                  <a:srgbClr val="0043CE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481FFF-51B1-5147-BE69-F14454A452E7}"/>
              </a:ext>
            </a:extLst>
          </p:cNvPr>
          <p:cNvGrpSpPr/>
          <p:nvPr userDrawn="1"/>
        </p:nvGrpSpPr>
        <p:grpSpPr>
          <a:xfrm>
            <a:off x="5467647" y="6351648"/>
            <a:ext cx="1660747" cy="297712"/>
            <a:chOff x="10696365" y="12902424"/>
            <a:chExt cx="3321494" cy="595423"/>
          </a:xfrm>
        </p:grpSpPr>
        <p:pic>
          <p:nvPicPr>
            <p:cNvPr id="10" name="Google Shape;51;p9">
              <a:extLst>
                <a:ext uri="{FF2B5EF4-FFF2-40B4-BE49-F238E27FC236}">
                  <a16:creationId xmlns:a16="http://schemas.microsoft.com/office/drawing/2014/main" id="{176F6C23-9CA1-1347-A5EA-FA29BB3B101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" descr="Picture">
              <a:extLst>
                <a:ext uri="{FF2B5EF4-FFF2-40B4-BE49-F238E27FC236}">
                  <a16:creationId xmlns:a16="http://schemas.microsoft.com/office/drawing/2014/main" id="{24479836-590B-F340-AEFE-31409168A9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5CAC441-915B-B244-B9FF-B1BD0C91E8CB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566540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>
            <a:lvl1pPr>
              <a:defRPr>
                <a:solidFill>
                  <a:srgbClr val="FF8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C7168DC-565F-F246-ABA8-93535A0D17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3" y="6400802"/>
            <a:ext cx="2438309" cy="222249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305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61727"/>
                </a:solidFill>
              </a:rPr>
              <a:t>IBM Consulting / © 2021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6DFECF11-2751-3446-9AC1-3AC92F382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3" y="6400802"/>
            <a:ext cx="2438309" cy="222249"/>
          </a:xfrm>
        </p:spPr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994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3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>
            <a:lvl1pPr>
              <a:defRPr>
                <a:solidFill>
                  <a:srgbClr val="0043C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61727"/>
                </a:solidFill>
              </a:rPr>
              <a:t>IBM Consulting / © 2021 IBM Corporation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A834F920-A343-1645-AFF5-73971CCF1C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3" y="6400802"/>
            <a:ext cx="2438309" cy="222249"/>
          </a:xfrm>
        </p:spPr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875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(with page contents)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66800"/>
          </a:xfrm>
        </p:spPr>
        <p:txBody>
          <a:bodyPr/>
          <a:lstStyle>
            <a:lvl1pPr>
              <a:defRPr>
                <a:solidFill>
                  <a:srgbClr val="FDD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69096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FDDC69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FDDC69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>
                <a:solidFill>
                  <a:srgbClr val="FDDC69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>
                <a:solidFill>
                  <a:srgbClr val="FDDC69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>
                <a:solidFill>
                  <a:srgbClr val="FDDC6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69096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FDDC69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FDDC69"/>
                </a:solidFill>
              </a:defRPr>
            </a:lvl2pPr>
            <a:lvl3pPr marL="0" indent="0">
              <a:spcBef>
                <a:spcPts val="0"/>
              </a:spcBef>
              <a:buNone/>
              <a:tabLst/>
              <a:defRPr>
                <a:solidFill>
                  <a:srgbClr val="FDDC69"/>
                </a:solidFill>
              </a:defRPr>
            </a:lvl3pPr>
            <a:lvl4pPr marL="0" indent="0">
              <a:spcBef>
                <a:spcPts val="0"/>
              </a:spcBef>
              <a:buNone/>
              <a:tabLst/>
              <a:defRPr>
                <a:solidFill>
                  <a:srgbClr val="FDDC69"/>
                </a:solidFill>
              </a:defRPr>
            </a:lvl4pPr>
            <a:lvl5pPr marL="0" indent="0">
              <a:spcBef>
                <a:spcPts val="0"/>
              </a:spcBef>
              <a:buNone/>
              <a:tabLst/>
              <a:defRPr>
                <a:solidFill>
                  <a:srgbClr val="FDDC6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9242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divider">
    <p:bg>
      <p:bgPr>
        <a:solidFill>
          <a:srgbClr val="06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>
            <a:lvl1pPr>
              <a:defRPr>
                <a:solidFill>
                  <a:srgbClr val="FDD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CE286825-FCAF-7045-BBEA-1616E1DDF3CB}"/>
              </a:ext>
            </a:extLst>
          </p:cNvPr>
          <p:cNvSpPr txBox="1">
            <a:spLocks/>
          </p:cNvSpPr>
          <p:nvPr userDrawn="1"/>
        </p:nvSpPr>
        <p:spPr>
          <a:xfrm>
            <a:off x="9652003" y="6604002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685983" rtl="0" eaLnBrk="1" latinLnBrk="0" hangingPunct="1">
              <a:defRPr sz="600" kern="1200">
                <a:solidFill>
                  <a:srgbClr val="061727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395FB3-9C97-154F-86B2-7E381B951268}" type="slidenum">
              <a:rPr lang="en-US" sz="800" smtClean="0"/>
              <a:pPr/>
              <a:t>‹#›</a:t>
            </a:fld>
            <a:endParaRPr lang="en-US" sz="80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46BCEFB-978B-404D-86F3-181B87EF49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00802"/>
            <a:ext cx="5486313" cy="222249"/>
          </a:xfrm>
        </p:spPr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FE81F95-D7EA-914F-990C-5D9891CB7E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3" y="6400802"/>
            <a:ext cx="2438309" cy="222249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7237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>
                <a:solidFill>
                  <a:srgbClr val="0041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823784"/>
            <a:ext cx="5608320" cy="5170616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solidFill>
                  <a:srgbClr val="004144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0617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>
                <a:solidFill>
                  <a:srgbClr val="0617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955589"/>
            <a:ext cx="5608320" cy="5038811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solidFill>
                  <a:srgbClr val="061727"/>
                </a:solidFill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1CEEFC5D-51ED-3048-A31F-05498447E9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924004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800" b="0" i="0">
                <a:solidFill>
                  <a:srgbClr val="BAE6FF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9985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56032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5076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636A40D3-FF27-0B43-B509-93782312913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4" y="3492844"/>
            <a:ext cx="3723507" cy="3365157"/>
          </a:xfrm>
          <a:solidFill>
            <a:srgbClr val="061727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  <a:lvl2pPr>
              <a:buClrTx/>
              <a:defRPr sz="1333">
                <a:solidFill>
                  <a:schemeClr val="tx1"/>
                </a:solidFill>
              </a:defRPr>
            </a:lvl2pPr>
            <a:lvl3pPr>
              <a:buClrTx/>
              <a:defRPr sz="1333">
                <a:solidFill>
                  <a:schemeClr val="tx1"/>
                </a:solidFill>
              </a:defRPr>
            </a:lvl3pPr>
            <a:lvl4pPr>
              <a:buClrTx/>
              <a:defRPr sz="1333">
                <a:solidFill>
                  <a:schemeClr val="tx1"/>
                </a:solidFill>
              </a:defRPr>
            </a:lvl4pPr>
            <a:lvl5pPr>
              <a:buClrTx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90" y="268819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1025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_thirds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3C580E1-37E1-9843-BACF-EAD7C46090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727200"/>
            <a:ext cx="12192000" cy="51308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rgbClr val="004144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00385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99592" y="267016"/>
            <a:ext cx="5498592" cy="5726176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  <a:lvl2pPr>
              <a:defRPr>
                <a:solidFill>
                  <a:srgbClr val="004144"/>
                </a:solidFill>
              </a:defRPr>
            </a:lvl2pPr>
            <a:lvl3pPr>
              <a:defRPr>
                <a:solidFill>
                  <a:srgbClr val="004144"/>
                </a:solidFill>
              </a:defRPr>
            </a:lvl3pPr>
            <a:lvl4pPr>
              <a:defRPr>
                <a:solidFill>
                  <a:srgbClr val="004144"/>
                </a:solidFill>
              </a:defRPr>
            </a:lvl4pPr>
            <a:lvl5pPr>
              <a:defRPr>
                <a:solidFill>
                  <a:srgbClr val="00414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79146C-A3FE-EA43-A9D0-B6A56ECA96BF}"/>
              </a:ext>
            </a:extLst>
          </p:cNvPr>
          <p:cNvGrpSpPr/>
          <p:nvPr userDrawn="1"/>
        </p:nvGrpSpPr>
        <p:grpSpPr>
          <a:xfrm>
            <a:off x="5478277" y="6358269"/>
            <a:ext cx="1660747" cy="297712"/>
            <a:chOff x="10696365" y="12902424"/>
            <a:chExt cx="3321494" cy="595423"/>
          </a:xfrm>
        </p:grpSpPr>
        <p:pic>
          <p:nvPicPr>
            <p:cNvPr id="8" name="Google Shape;51;p9">
              <a:extLst>
                <a:ext uri="{FF2B5EF4-FFF2-40B4-BE49-F238E27FC236}">
                  <a16:creationId xmlns:a16="http://schemas.microsoft.com/office/drawing/2014/main" id="{F4B6BD3C-04DB-0246-AB2F-DCA96B964D9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" descr="Picture">
              <a:extLst>
                <a:ext uri="{FF2B5EF4-FFF2-40B4-BE49-F238E27FC236}">
                  <a16:creationId xmlns:a16="http://schemas.microsoft.com/office/drawing/2014/main" id="{7C1C0883-4E5E-744D-8E62-E70FD137DE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49E907-5374-884C-BD26-A6F957582CBB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6593432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 (two columns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3592" y="1669096"/>
            <a:ext cx="5498592" cy="4336288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  <a:lvl2pPr>
              <a:defRPr>
                <a:solidFill>
                  <a:srgbClr val="004144"/>
                </a:solidFill>
              </a:defRPr>
            </a:lvl2pPr>
            <a:lvl3pPr>
              <a:defRPr>
                <a:solidFill>
                  <a:srgbClr val="004144"/>
                </a:solidFill>
              </a:defRPr>
            </a:lvl3pPr>
            <a:lvl4pPr>
              <a:defRPr>
                <a:solidFill>
                  <a:srgbClr val="004144"/>
                </a:solidFill>
              </a:defRPr>
            </a:lvl4pPr>
            <a:lvl5pPr>
              <a:defRPr>
                <a:solidFill>
                  <a:srgbClr val="00414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99595" y="1669096"/>
            <a:ext cx="5498501" cy="4336288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  <a:lvl2pPr>
              <a:defRPr>
                <a:solidFill>
                  <a:srgbClr val="004144"/>
                </a:solidFill>
              </a:defRPr>
            </a:lvl2pPr>
            <a:lvl3pPr>
              <a:defRPr>
                <a:solidFill>
                  <a:srgbClr val="004144"/>
                </a:solidFill>
              </a:defRPr>
            </a:lvl3pPr>
            <a:lvl4pPr>
              <a:defRPr>
                <a:solidFill>
                  <a:srgbClr val="004144"/>
                </a:solidFill>
              </a:defRPr>
            </a:lvl4pPr>
            <a:lvl5pPr>
              <a:defRPr>
                <a:solidFill>
                  <a:srgbClr val="00414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D67B234-6187-7347-BC06-5FC5F91DF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00802"/>
            <a:ext cx="5486313" cy="222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E538475-F717-BC4D-8C90-255C724DF1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3" y="6400802"/>
            <a:ext cx="2438309" cy="222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08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69096"/>
            <a:ext cx="2450592" cy="4336288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  <a:lvl2pPr>
              <a:defRPr>
                <a:solidFill>
                  <a:srgbClr val="004144"/>
                </a:solidFill>
              </a:defRPr>
            </a:lvl2pPr>
            <a:lvl3pPr>
              <a:defRPr>
                <a:solidFill>
                  <a:srgbClr val="004144"/>
                </a:solidFill>
              </a:defRPr>
            </a:lvl3pPr>
            <a:lvl4pPr>
              <a:defRPr>
                <a:solidFill>
                  <a:srgbClr val="004144"/>
                </a:solidFill>
              </a:defRPr>
            </a:lvl4pPr>
            <a:lvl5pPr>
              <a:defRPr>
                <a:solidFill>
                  <a:srgbClr val="00414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69096"/>
            <a:ext cx="2450592" cy="4336288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  <a:lvl2pPr>
              <a:defRPr>
                <a:solidFill>
                  <a:srgbClr val="004144"/>
                </a:solidFill>
              </a:defRPr>
            </a:lvl2pPr>
            <a:lvl3pPr>
              <a:defRPr>
                <a:solidFill>
                  <a:srgbClr val="004144"/>
                </a:solidFill>
              </a:defRPr>
            </a:lvl3pPr>
            <a:lvl4pPr>
              <a:defRPr>
                <a:solidFill>
                  <a:srgbClr val="004144"/>
                </a:solidFill>
              </a:defRPr>
            </a:lvl4pPr>
            <a:lvl5pPr>
              <a:defRPr>
                <a:solidFill>
                  <a:srgbClr val="00414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99592" y="1669096"/>
            <a:ext cx="2450592" cy="4336288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  <a:lvl2pPr>
              <a:defRPr>
                <a:solidFill>
                  <a:srgbClr val="004144"/>
                </a:solidFill>
              </a:defRPr>
            </a:lvl2pPr>
            <a:lvl3pPr>
              <a:defRPr>
                <a:solidFill>
                  <a:srgbClr val="004144"/>
                </a:solidFill>
              </a:defRPr>
            </a:lvl3pPr>
            <a:lvl4pPr>
              <a:defRPr>
                <a:solidFill>
                  <a:srgbClr val="004144"/>
                </a:solidFill>
              </a:defRPr>
            </a:lvl4pPr>
            <a:lvl5pPr>
              <a:defRPr>
                <a:solidFill>
                  <a:srgbClr val="00414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69096"/>
            <a:ext cx="2450592" cy="4336288"/>
          </a:xfrm>
        </p:spPr>
        <p:txBody>
          <a:bodyPr/>
          <a:lstStyle>
            <a:lvl1pPr>
              <a:defRPr>
                <a:solidFill>
                  <a:srgbClr val="004144"/>
                </a:solidFill>
              </a:defRPr>
            </a:lvl1pPr>
            <a:lvl2pPr>
              <a:defRPr>
                <a:solidFill>
                  <a:srgbClr val="004144"/>
                </a:solidFill>
              </a:defRPr>
            </a:lvl2pPr>
            <a:lvl3pPr>
              <a:defRPr>
                <a:solidFill>
                  <a:srgbClr val="004144"/>
                </a:solidFill>
              </a:defRPr>
            </a:lvl3pPr>
            <a:lvl4pPr>
              <a:defRPr>
                <a:solidFill>
                  <a:srgbClr val="004144"/>
                </a:solidFill>
              </a:defRPr>
            </a:lvl4pPr>
            <a:lvl5pPr>
              <a:defRPr>
                <a:solidFill>
                  <a:srgbClr val="00414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DB057887-6E42-D341-9096-DA365F989E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00802"/>
            <a:ext cx="5486313" cy="222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2714B7B2-DDE2-4B42-A171-39D7650C4A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3" y="6400802"/>
            <a:ext cx="2438309" cy="2222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5543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rgbClr val="FF8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69096"/>
            <a:ext cx="5498592" cy="4336288"/>
          </a:xfrm>
        </p:spPr>
        <p:txBody>
          <a:bodyPr/>
          <a:lstStyle>
            <a:lvl1pPr>
              <a:defRPr>
                <a:solidFill>
                  <a:srgbClr val="FF8289"/>
                </a:solidFill>
              </a:defRPr>
            </a:lvl1pPr>
            <a:lvl2pPr>
              <a:defRPr>
                <a:solidFill>
                  <a:srgbClr val="FF8289"/>
                </a:solidFill>
              </a:defRPr>
            </a:lvl2pPr>
            <a:lvl3pPr>
              <a:defRPr>
                <a:solidFill>
                  <a:srgbClr val="FF8289"/>
                </a:solidFill>
              </a:defRPr>
            </a:lvl3pPr>
            <a:lvl4pPr>
              <a:defRPr>
                <a:solidFill>
                  <a:srgbClr val="FF8289"/>
                </a:solidFill>
              </a:defRPr>
            </a:lvl4pPr>
            <a:lvl5pPr>
              <a:defRPr>
                <a:solidFill>
                  <a:srgbClr val="FF828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EC51D40-15A2-0F4D-A113-B29B2642DEB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57605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rgbClr val="BAE6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rgbClr val="BAE6FF"/>
                </a:solidFill>
              </a:defRPr>
            </a:lvl1pPr>
            <a:lvl2pPr>
              <a:defRPr>
                <a:solidFill>
                  <a:srgbClr val="BAE6FF"/>
                </a:solidFill>
              </a:defRPr>
            </a:lvl2pPr>
            <a:lvl3pPr>
              <a:defRPr>
                <a:solidFill>
                  <a:srgbClr val="BAE6FF"/>
                </a:solidFill>
              </a:defRPr>
            </a:lvl3pPr>
            <a:lvl4pPr>
              <a:defRPr>
                <a:solidFill>
                  <a:srgbClr val="BAE6FF"/>
                </a:solidFill>
              </a:defRPr>
            </a:lvl4pPr>
            <a:lvl5pPr>
              <a:defRPr>
                <a:solidFill>
                  <a:srgbClr val="BAE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>
                <a:solidFill>
                  <a:srgbClr val="BAE6FF"/>
                </a:solidFill>
              </a:defRPr>
            </a:lvl1pPr>
            <a:lvl2pPr>
              <a:spcBef>
                <a:spcPts val="400"/>
              </a:spcBef>
              <a:defRPr sz="1333">
                <a:solidFill>
                  <a:srgbClr val="BAE6FF"/>
                </a:solidFill>
              </a:defRPr>
            </a:lvl2pPr>
            <a:lvl3pPr>
              <a:spcBef>
                <a:spcPts val="400"/>
              </a:spcBef>
              <a:defRPr sz="1333">
                <a:solidFill>
                  <a:srgbClr val="BAE6FF"/>
                </a:solidFill>
              </a:defRPr>
            </a:lvl3pPr>
            <a:lvl4pPr>
              <a:spcBef>
                <a:spcPts val="400"/>
              </a:spcBef>
              <a:defRPr sz="1333">
                <a:solidFill>
                  <a:srgbClr val="BAE6FF"/>
                </a:solidFill>
              </a:defRPr>
            </a:lvl4pPr>
            <a:lvl5pPr>
              <a:spcBef>
                <a:spcPts val="400"/>
              </a:spcBef>
              <a:defRPr sz="1333">
                <a:solidFill>
                  <a:srgbClr val="BAE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6FFBE51-162C-CF43-AEFD-03C55AEADF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427341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1: title, text (two columns), half-image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rgbClr val="FDD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rgbClr val="FDDC69"/>
                </a:solidFill>
              </a:defRPr>
            </a:lvl1pPr>
            <a:lvl2pPr>
              <a:defRPr>
                <a:solidFill>
                  <a:srgbClr val="FDDC69"/>
                </a:solidFill>
              </a:defRPr>
            </a:lvl2pPr>
            <a:lvl3pPr>
              <a:defRPr>
                <a:solidFill>
                  <a:srgbClr val="FDDC69"/>
                </a:solidFill>
              </a:defRPr>
            </a:lvl3pPr>
            <a:lvl4pPr>
              <a:defRPr>
                <a:solidFill>
                  <a:srgbClr val="FDDC69"/>
                </a:solidFill>
              </a:defRPr>
            </a:lvl4pPr>
            <a:lvl5pPr>
              <a:defRPr>
                <a:solidFill>
                  <a:srgbClr val="FDDC6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>
                <a:solidFill>
                  <a:srgbClr val="FDDC69"/>
                </a:solidFill>
              </a:defRPr>
            </a:lvl1pPr>
            <a:lvl2pPr>
              <a:spcBef>
                <a:spcPts val="400"/>
              </a:spcBef>
              <a:defRPr sz="1333">
                <a:solidFill>
                  <a:srgbClr val="FDDC69"/>
                </a:solidFill>
              </a:defRPr>
            </a:lvl2pPr>
            <a:lvl3pPr>
              <a:spcBef>
                <a:spcPts val="400"/>
              </a:spcBef>
              <a:defRPr sz="1333">
                <a:solidFill>
                  <a:srgbClr val="FDDC69"/>
                </a:solidFill>
              </a:defRPr>
            </a:lvl3pPr>
            <a:lvl4pPr>
              <a:spcBef>
                <a:spcPts val="400"/>
              </a:spcBef>
              <a:defRPr sz="1333">
                <a:solidFill>
                  <a:srgbClr val="FDDC69"/>
                </a:solidFill>
              </a:defRPr>
            </a:lvl4pPr>
            <a:lvl5pPr>
              <a:spcBef>
                <a:spcPts val="400"/>
              </a:spcBef>
              <a:defRPr sz="1333">
                <a:solidFill>
                  <a:srgbClr val="FDDC6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2C54317-BCE7-984E-B4C4-18D1D75D3D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77786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</p:spPr>
        <p:txBody>
          <a:bodyPr/>
          <a:lstStyle>
            <a:lvl1pPr>
              <a:defRPr>
                <a:solidFill>
                  <a:srgbClr val="FF8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56032"/>
            <a:ext cx="2450592" cy="5726176"/>
          </a:xfrm>
        </p:spPr>
        <p:txBody>
          <a:bodyPr/>
          <a:lstStyle>
            <a:lvl1pPr>
              <a:defRPr>
                <a:solidFill>
                  <a:srgbClr val="FF8289"/>
                </a:solidFill>
              </a:defRPr>
            </a:lvl1pPr>
            <a:lvl2pPr>
              <a:defRPr>
                <a:solidFill>
                  <a:srgbClr val="FF8289"/>
                </a:solidFill>
              </a:defRPr>
            </a:lvl2pPr>
            <a:lvl3pPr>
              <a:defRPr>
                <a:solidFill>
                  <a:srgbClr val="FF8289"/>
                </a:solidFill>
              </a:defRPr>
            </a:lvl3pPr>
            <a:lvl4pPr>
              <a:defRPr>
                <a:solidFill>
                  <a:srgbClr val="FF8289"/>
                </a:solidFill>
              </a:defRPr>
            </a:lvl4pPr>
            <a:lvl5pPr>
              <a:defRPr>
                <a:solidFill>
                  <a:srgbClr val="FF828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56032"/>
            <a:ext cx="2450592" cy="5726176"/>
          </a:xfrm>
        </p:spPr>
        <p:txBody>
          <a:bodyPr/>
          <a:lstStyle>
            <a:lvl1pPr>
              <a:defRPr>
                <a:solidFill>
                  <a:srgbClr val="FF8289"/>
                </a:solidFill>
              </a:defRPr>
            </a:lvl1pPr>
            <a:lvl2pPr>
              <a:defRPr>
                <a:solidFill>
                  <a:srgbClr val="FF8289"/>
                </a:solidFill>
              </a:defRPr>
            </a:lvl2pPr>
            <a:lvl3pPr>
              <a:defRPr>
                <a:solidFill>
                  <a:srgbClr val="FF8289"/>
                </a:solidFill>
              </a:defRPr>
            </a:lvl3pPr>
            <a:lvl4pPr>
              <a:defRPr>
                <a:solidFill>
                  <a:srgbClr val="FF8289"/>
                </a:solidFill>
              </a:defRPr>
            </a:lvl4pPr>
            <a:lvl5pPr>
              <a:defRPr>
                <a:solidFill>
                  <a:srgbClr val="FF828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324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10177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56032"/>
            <a:ext cx="5522885" cy="5726176"/>
          </a:xfrm>
        </p:spPr>
        <p:txBody>
          <a:bodyPr/>
          <a:lstStyle>
            <a:lvl1pPr>
              <a:defRPr>
                <a:solidFill>
                  <a:srgbClr val="FDDC6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56032"/>
            <a:ext cx="5498592" cy="5726176"/>
          </a:xfrm>
        </p:spPr>
        <p:txBody>
          <a:bodyPr/>
          <a:lstStyle>
            <a:lvl1pPr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1pPr>
            <a:lvl2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2pPr>
            <a:lvl3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3pPr>
            <a:lvl4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4pPr>
            <a:lvl5pPr>
              <a:buClrTx/>
              <a:defRPr>
                <a:solidFill>
                  <a:srgbClr val="004144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51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, text,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303592" y="1669096"/>
            <a:ext cx="5498592" cy="4336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E5E0D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chemeClr val="accent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chemeClr val="accent6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8473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sight, text,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303592" y="1669096"/>
            <a:ext cx="5498592" cy="4336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E5E0D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4144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6717376-7764-3D40-A18B-7A08CAEDA22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04144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8238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04144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bg1">
              <a:lumMod val="20000"/>
              <a:lumOff val="80000"/>
            </a:schemeClr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727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rgbClr val="BAE6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rgbClr val="BAE6FF"/>
          </a:solidFill>
        </p:spPr>
        <p:txBody>
          <a:bodyPr lIns="219456" tIns="201168" rIns="228600" bIns="228600"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chemeClr val="tx1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rgbClr val="00414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229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es (1 large, 4 small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04144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61727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rgbClr val="BAE6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bg1">
              <a:lumMod val="40000"/>
              <a:lumOff val="60000"/>
            </a:schemeClr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chemeClr val="bg1">
              <a:lumMod val="20000"/>
              <a:lumOff val="80000"/>
            </a:schemeClr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5221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bg1">
              <a:lumMod val="20000"/>
              <a:lumOff val="80000"/>
            </a:schemeClr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>
              <a:buClrTx/>
              <a:defRPr>
                <a:solidFill>
                  <a:schemeClr val="accent1"/>
                </a:solidFill>
              </a:defRPr>
            </a:lvl4pPr>
            <a:lvl5pPr>
              <a:buClrTx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chemeClr val="bg1">
              <a:lumMod val="40000"/>
              <a:lumOff val="60000"/>
            </a:schemeClr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>
              <a:buClrTx/>
              <a:defRPr>
                <a:solidFill>
                  <a:schemeClr val="accent1"/>
                </a:solidFill>
              </a:defRPr>
            </a:lvl4pPr>
            <a:lvl5pPr>
              <a:buClrTx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04144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>
              <a:buClrTx/>
              <a:defRPr>
                <a:solidFill>
                  <a:schemeClr val="accent1"/>
                </a:solidFill>
              </a:defRPr>
            </a:lvl4pPr>
            <a:lvl5pPr>
              <a:buClrTx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DEC853-1C90-1248-950A-995FDC4421C7}"/>
              </a:ext>
            </a:extLst>
          </p:cNvPr>
          <p:cNvGrpSpPr/>
          <p:nvPr userDrawn="1"/>
        </p:nvGrpSpPr>
        <p:grpSpPr>
          <a:xfrm>
            <a:off x="5492460" y="6363069"/>
            <a:ext cx="1660747" cy="297712"/>
            <a:chOff x="10696365" y="12902424"/>
            <a:chExt cx="3321494" cy="595423"/>
          </a:xfrm>
        </p:grpSpPr>
        <p:pic>
          <p:nvPicPr>
            <p:cNvPr id="9" name="Google Shape;51;p9">
              <a:extLst>
                <a:ext uri="{FF2B5EF4-FFF2-40B4-BE49-F238E27FC236}">
                  <a16:creationId xmlns:a16="http://schemas.microsoft.com/office/drawing/2014/main" id="{4377FD46-6C02-0D43-B6B5-49F989AD81D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" descr="Picture">
              <a:extLst>
                <a:ext uri="{FF2B5EF4-FFF2-40B4-BE49-F238E27FC236}">
                  <a16:creationId xmlns:a16="http://schemas.microsoft.com/office/drawing/2014/main" id="{1D68BE0D-4450-2B42-B5D1-E6D2A7C2F7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0E98DB-DD06-3E4D-ACDA-6531496B04FC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3675301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bg1">
              <a:lumMod val="40000"/>
              <a:lumOff val="60000"/>
            </a:schemeClr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accent1"/>
                </a:solidFill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>
              <a:buClrTx/>
              <a:defRPr>
                <a:solidFill>
                  <a:schemeClr val="accent1"/>
                </a:solidFill>
              </a:defRPr>
            </a:lvl4pPr>
            <a:lvl5pPr>
              <a:buClrTx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chemeClr val="bg1">
              <a:lumMod val="20000"/>
              <a:lumOff val="80000"/>
            </a:schemeClr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>
              <a:buClrTx/>
              <a:defRPr>
                <a:solidFill>
                  <a:schemeClr val="accent1"/>
                </a:solidFill>
              </a:defRPr>
            </a:lvl4pPr>
            <a:lvl5pPr>
              <a:buClrTx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accent1"/>
                </a:solidFill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>
              <a:buClrTx/>
              <a:defRPr>
                <a:solidFill>
                  <a:schemeClr val="accent1"/>
                </a:solidFill>
              </a:defRPr>
            </a:lvl4pPr>
            <a:lvl5pPr>
              <a:buClrTx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A91F56-FCE1-F04A-90E6-29FDC1F741DE}"/>
              </a:ext>
            </a:extLst>
          </p:cNvPr>
          <p:cNvGrpSpPr/>
          <p:nvPr userDrawn="1"/>
        </p:nvGrpSpPr>
        <p:grpSpPr>
          <a:xfrm>
            <a:off x="5485361" y="6363069"/>
            <a:ext cx="1660747" cy="297712"/>
            <a:chOff x="10696365" y="12902424"/>
            <a:chExt cx="3321494" cy="595423"/>
          </a:xfrm>
        </p:grpSpPr>
        <p:pic>
          <p:nvPicPr>
            <p:cNvPr id="9" name="Google Shape;51;p9">
              <a:extLst>
                <a:ext uri="{FF2B5EF4-FFF2-40B4-BE49-F238E27FC236}">
                  <a16:creationId xmlns:a16="http://schemas.microsoft.com/office/drawing/2014/main" id="{D9B2BF1E-0AC3-234F-BD39-0A851BF7DAF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" descr="Picture">
              <a:extLst>
                <a:ext uri="{FF2B5EF4-FFF2-40B4-BE49-F238E27FC236}">
                  <a16:creationId xmlns:a16="http://schemas.microsoft.com/office/drawing/2014/main" id="{17CF22EF-FDD5-274C-A497-2CF01C00D8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DF86BDE-E3FA-8643-B95E-69F2A714AFE2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8684437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0D6DA7-6EDF-264B-947D-2975544CE6AC}"/>
              </a:ext>
            </a:extLst>
          </p:cNvPr>
          <p:cNvGrpSpPr/>
          <p:nvPr userDrawn="1"/>
        </p:nvGrpSpPr>
        <p:grpSpPr>
          <a:xfrm>
            <a:off x="5467647" y="6363069"/>
            <a:ext cx="1660747" cy="297712"/>
            <a:chOff x="10696365" y="12902424"/>
            <a:chExt cx="3321494" cy="595423"/>
          </a:xfrm>
        </p:grpSpPr>
        <p:pic>
          <p:nvPicPr>
            <p:cNvPr id="8" name="Google Shape;51;p9">
              <a:extLst>
                <a:ext uri="{FF2B5EF4-FFF2-40B4-BE49-F238E27FC236}">
                  <a16:creationId xmlns:a16="http://schemas.microsoft.com/office/drawing/2014/main" id="{E603243A-DE6D-3F4E-85F0-0F2E9CB4E16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" descr="Picture">
              <a:extLst>
                <a:ext uri="{FF2B5EF4-FFF2-40B4-BE49-F238E27FC236}">
                  <a16:creationId xmlns:a16="http://schemas.microsoft.com/office/drawing/2014/main" id="{9F2C5B81-4356-AA4F-B4D0-692A728F25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410B04-EE44-E341-96A6-451E9E512562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25177801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303592" y="268224"/>
            <a:ext cx="2450592" cy="57261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88449B-60D2-A040-87C4-117EAF541D28}"/>
              </a:ext>
            </a:extLst>
          </p:cNvPr>
          <p:cNvGrpSpPr/>
          <p:nvPr userDrawn="1"/>
        </p:nvGrpSpPr>
        <p:grpSpPr>
          <a:xfrm>
            <a:off x="5478278" y="6363069"/>
            <a:ext cx="1660747" cy="297712"/>
            <a:chOff x="10696365" y="12902424"/>
            <a:chExt cx="3321494" cy="595423"/>
          </a:xfrm>
        </p:grpSpPr>
        <p:pic>
          <p:nvPicPr>
            <p:cNvPr id="9" name="Google Shape;51;p9">
              <a:extLst>
                <a:ext uri="{FF2B5EF4-FFF2-40B4-BE49-F238E27FC236}">
                  <a16:creationId xmlns:a16="http://schemas.microsoft.com/office/drawing/2014/main" id="{44E328C0-D42B-BD45-AD07-84A8F601F4E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" descr="Picture">
              <a:extLst>
                <a:ext uri="{FF2B5EF4-FFF2-40B4-BE49-F238E27FC236}">
                  <a16:creationId xmlns:a16="http://schemas.microsoft.com/office/drawing/2014/main" id="{152CE5EB-5A01-4C47-B0BF-724953F827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116154-F415-3040-B204-1F6D3EF8F518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9538811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91D754-0953-CA4C-B716-34E343B1B10A}"/>
              </a:ext>
            </a:extLst>
          </p:cNvPr>
          <p:cNvGrpSpPr/>
          <p:nvPr userDrawn="1"/>
        </p:nvGrpSpPr>
        <p:grpSpPr>
          <a:xfrm>
            <a:off x="5467647" y="6363069"/>
            <a:ext cx="1660747" cy="297712"/>
            <a:chOff x="10696365" y="12902424"/>
            <a:chExt cx="3321494" cy="595423"/>
          </a:xfrm>
        </p:grpSpPr>
        <p:pic>
          <p:nvPicPr>
            <p:cNvPr id="6" name="Google Shape;51;p9">
              <a:extLst>
                <a:ext uri="{FF2B5EF4-FFF2-40B4-BE49-F238E27FC236}">
                  <a16:creationId xmlns:a16="http://schemas.microsoft.com/office/drawing/2014/main" id="{C292A68E-748D-C64D-82FF-658987E7C63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" descr="Picture">
              <a:extLst>
                <a:ext uri="{FF2B5EF4-FFF2-40B4-BE49-F238E27FC236}">
                  <a16:creationId xmlns:a16="http://schemas.microsoft.com/office/drawing/2014/main" id="{722792FB-C5FF-6249-8568-72F1A47E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BF6996-0273-D94A-A22A-B7A3D2B4BD13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83507704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5BEE424-E2FD-804E-87CC-A82986429995}"/>
              </a:ext>
            </a:extLst>
          </p:cNvPr>
          <p:cNvGrpSpPr/>
          <p:nvPr userDrawn="1"/>
        </p:nvGrpSpPr>
        <p:grpSpPr>
          <a:xfrm>
            <a:off x="5488912" y="6356679"/>
            <a:ext cx="1660747" cy="297712"/>
            <a:chOff x="10696365" y="12902424"/>
            <a:chExt cx="3321494" cy="595423"/>
          </a:xfrm>
        </p:grpSpPr>
        <p:pic>
          <p:nvPicPr>
            <p:cNvPr id="3" name="Google Shape;51;p9">
              <a:extLst>
                <a:ext uri="{FF2B5EF4-FFF2-40B4-BE49-F238E27FC236}">
                  <a16:creationId xmlns:a16="http://schemas.microsoft.com/office/drawing/2014/main" id="{ABF0F43F-862F-CE4C-AF2C-755CAF53E91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" descr="Picture">
              <a:extLst>
                <a:ext uri="{FF2B5EF4-FFF2-40B4-BE49-F238E27FC236}">
                  <a16:creationId xmlns:a16="http://schemas.microsoft.com/office/drawing/2014/main" id="{8B605580-CE74-3744-9DF3-1DAED72C7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55655B8-BF60-8148-8E58-652EEF53354D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11627336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bm sign-off">
    <p:bg>
      <p:bgPr>
        <a:solidFill>
          <a:srgbClr val="06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9615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anim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8748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10784" cy="1072896"/>
          </a:xfrm>
        </p:spPr>
        <p:txBody>
          <a:bodyPr/>
          <a:lstStyle>
            <a:lvl1pPr>
              <a:defRPr>
                <a:solidFill>
                  <a:srgbClr val="FF82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9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>
                <a:solidFill>
                  <a:srgbClr val="FF8289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3" y="4274264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FFBCA-9609-B64A-9730-F94DFA7DF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89" y="6268551"/>
            <a:ext cx="759088" cy="28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502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ibm sign-off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F7C744BF-9484-7848-8702-F71955F2E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0"/>
          <a:stretch/>
        </p:blipFill>
        <p:spPr>
          <a:xfrm>
            <a:off x="5" y="3"/>
            <a:ext cx="12191995" cy="6864852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B97C4E-A7A0-914E-85CE-199FB9286345}"/>
              </a:ext>
            </a:extLst>
          </p:cNvPr>
          <p:cNvGrpSpPr/>
          <p:nvPr userDrawn="1"/>
        </p:nvGrpSpPr>
        <p:grpSpPr>
          <a:xfrm>
            <a:off x="5467647" y="6363069"/>
            <a:ext cx="1660747" cy="297712"/>
            <a:chOff x="10696365" y="12902424"/>
            <a:chExt cx="3321494" cy="595423"/>
          </a:xfrm>
        </p:grpSpPr>
        <p:pic>
          <p:nvPicPr>
            <p:cNvPr id="7" name="Google Shape;51;p9">
              <a:extLst>
                <a:ext uri="{FF2B5EF4-FFF2-40B4-BE49-F238E27FC236}">
                  <a16:creationId xmlns:a16="http://schemas.microsoft.com/office/drawing/2014/main" id="{5BD72CD7-E68B-DD4B-99E7-CB4E85E69A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" descr="Picture">
              <a:extLst>
                <a:ext uri="{FF2B5EF4-FFF2-40B4-BE49-F238E27FC236}">
                  <a16:creationId xmlns:a16="http://schemas.microsoft.com/office/drawing/2014/main" id="{212CEED1-A29E-934F-9859-61373558DE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E8D83F6-ADA9-1244-AD0E-8061330B0F56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6622061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bm sign-off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52C8D6DE-2CE7-E947-9247-F87B682C2C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0"/>
          <a:stretch/>
        </p:blipFill>
        <p:spPr>
          <a:xfrm>
            <a:off x="0" y="2"/>
            <a:ext cx="12192000" cy="6864857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863687-F4F5-DF44-9E96-645BA0344798}"/>
              </a:ext>
            </a:extLst>
          </p:cNvPr>
          <p:cNvGrpSpPr/>
          <p:nvPr userDrawn="1"/>
        </p:nvGrpSpPr>
        <p:grpSpPr>
          <a:xfrm>
            <a:off x="5478278" y="6363069"/>
            <a:ext cx="1660747" cy="297712"/>
            <a:chOff x="10696365" y="12902424"/>
            <a:chExt cx="3321494" cy="595423"/>
          </a:xfrm>
        </p:grpSpPr>
        <p:pic>
          <p:nvPicPr>
            <p:cNvPr id="7" name="Google Shape;51;p9">
              <a:extLst>
                <a:ext uri="{FF2B5EF4-FFF2-40B4-BE49-F238E27FC236}">
                  <a16:creationId xmlns:a16="http://schemas.microsoft.com/office/drawing/2014/main" id="{60448692-5AE0-AE44-AB1D-8DE63F278E4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" descr="Picture">
              <a:extLst>
                <a:ext uri="{FF2B5EF4-FFF2-40B4-BE49-F238E27FC236}">
                  <a16:creationId xmlns:a16="http://schemas.microsoft.com/office/drawing/2014/main" id="{1C2E8DAA-60C2-1F4D-A8F3-8FAB1F90F5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2AFF6CE-3556-0D4D-B1A6-C57E30F32D0C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05167130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ibm sign-off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6BE1CFB-585F-E54A-BC0F-DA7354CD03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0"/>
          <a:stretch/>
        </p:blipFill>
        <p:spPr>
          <a:xfrm>
            <a:off x="0" y="2"/>
            <a:ext cx="12192000" cy="6864857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4971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ibm sign-off">
    <p:bg>
      <p:bgPr>
        <a:solidFill>
          <a:srgbClr val="06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B72F51E-8289-334D-A340-6D64ECEF34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0"/>
          <a:stretch/>
        </p:blipFill>
        <p:spPr>
          <a:xfrm>
            <a:off x="0" y="2"/>
            <a:ext cx="12192000" cy="6864857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009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ibm sign-off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EF55A0B-DFE5-E341-9CD1-262F93958E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0"/>
          <a:stretch/>
        </p:blipFill>
        <p:spPr>
          <a:xfrm>
            <a:off x="0" y="2"/>
            <a:ext cx="12192000" cy="6864857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8469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bm sign-off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BD43F-0F6A-CE45-9425-8FC9F587B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25467" y="2270760"/>
            <a:ext cx="941071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161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bm sign-off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61727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7D2D4-C2AF-CF4C-A019-9A1DB96F03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28141" y="2270760"/>
            <a:ext cx="935721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7986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bm sign-off">
    <p:bg>
      <p:bgPr>
        <a:solidFill>
          <a:srgbClr val="004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EA970-1547-9148-A952-798155CB80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26194" y="2270760"/>
            <a:ext cx="939617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383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bm sign-off">
    <p:bg>
      <p:bgPr>
        <a:solidFill>
          <a:srgbClr val="06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C3911-6E31-E34A-961A-9992323FE2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25467" y="2270760"/>
            <a:ext cx="941071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1687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bm sign-off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5059E-0B39-2442-B127-A062ACB182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28142" y="2270760"/>
            <a:ext cx="935721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7262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bm sign-off"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" descr="IBM 8-bar logo">
            <a:extLst>
              <a:ext uri="{FF2B5EF4-FFF2-40B4-BE49-F238E27FC236}">
                <a16:creationId xmlns:a16="http://schemas.microsoft.com/office/drawing/2014/main" id="{7E3E470F-4DDB-BB41-9049-2DF651CB0F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8" y="3087491"/>
            <a:ext cx="1722793" cy="6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8727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 (1/4), blank (3/4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2979" y="256032"/>
            <a:ext cx="5522976" cy="1072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306155" y="1669096"/>
            <a:ext cx="2450592" cy="4336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D71C90-CAA6-2A4A-93D1-3BD098048C05}"/>
              </a:ext>
            </a:extLst>
          </p:cNvPr>
          <p:cNvGrpSpPr/>
          <p:nvPr userDrawn="1"/>
        </p:nvGrpSpPr>
        <p:grpSpPr>
          <a:xfrm>
            <a:off x="5478277" y="6352436"/>
            <a:ext cx="1660747" cy="297712"/>
            <a:chOff x="10696365" y="12902424"/>
            <a:chExt cx="3321494" cy="595423"/>
          </a:xfrm>
        </p:grpSpPr>
        <p:pic>
          <p:nvPicPr>
            <p:cNvPr id="8" name="Google Shape;51;p9">
              <a:extLst>
                <a:ext uri="{FF2B5EF4-FFF2-40B4-BE49-F238E27FC236}">
                  <a16:creationId xmlns:a16="http://schemas.microsoft.com/office/drawing/2014/main" id="{9EE9EBA1-A90D-884C-9062-D5040040E6B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" descr="Picture">
              <a:extLst>
                <a:ext uri="{FF2B5EF4-FFF2-40B4-BE49-F238E27FC236}">
                  <a16:creationId xmlns:a16="http://schemas.microsoft.com/office/drawing/2014/main" id="{39C68A20-04BB-2945-9EF3-1673B12298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317662D-2CAA-6646-BE10-6EF272B02702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94171591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99F6BF-FA75-EA44-9E1E-04DA884926C0}"/>
              </a:ext>
            </a:extLst>
          </p:cNvPr>
          <p:cNvGrpSpPr/>
          <p:nvPr userDrawn="1"/>
        </p:nvGrpSpPr>
        <p:grpSpPr>
          <a:xfrm>
            <a:off x="5488911" y="6358269"/>
            <a:ext cx="1660747" cy="297712"/>
            <a:chOff x="10696365" y="12902424"/>
            <a:chExt cx="3321494" cy="595423"/>
          </a:xfrm>
        </p:grpSpPr>
        <p:pic>
          <p:nvPicPr>
            <p:cNvPr id="6" name="Google Shape;51;p9">
              <a:extLst>
                <a:ext uri="{FF2B5EF4-FFF2-40B4-BE49-F238E27FC236}">
                  <a16:creationId xmlns:a16="http://schemas.microsoft.com/office/drawing/2014/main" id="{8F57F460-A05D-6540-BE89-B34221B17CF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" descr="Picture">
              <a:extLst>
                <a:ext uri="{FF2B5EF4-FFF2-40B4-BE49-F238E27FC236}">
                  <a16:creationId xmlns:a16="http://schemas.microsoft.com/office/drawing/2014/main" id="{5B462D2C-8A0B-774A-94E7-426AC7C8D5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E77AA42-4521-3144-8CAB-E6552822ADFB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9729813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s and grids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2979" y="256032"/>
            <a:ext cx="5522976" cy="1072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306155" y="1669096"/>
            <a:ext cx="2450592" cy="4336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E373BB-9978-4648-8B88-7BE73526B81C}"/>
              </a:ext>
            </a:extLst>
          </p:cNvPr>
          <p:cNvGrpSpPr/>
          <p:nvPr userDrawn="1"/>
        </p:nvGrpSpPr>
        <p:grpSpPr>
          <a:xfrm>
            <a:off x="5478277" y="6347636"/>
            <a:ext cx="1660747" cy="297712"/>
            <a:chOff x="10696365" y="12902424"/>
            <a:chExt cx="3321494" cy="595423"/>
          </a:xfrm>
        </p:grpSpPr>
        <p:pic>
          <p:nvPicPr>
            <p:cNvPr id="8" name="Google Shape;51;p9">
              <a:extLst>
                <a:ext uri="{FF2B5EF4-FFF2-40B4-BE49-F238E27FC236}">
                  <a16:creationId xmlns:a16="http://schemas.microsoft.com/office/drawing/2014/main" id="{4F14A95C-796E-9E41-92C1-3270F81D957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" descr="Picture">
              <a:extLst>
                <a:ext uri="{FF2B5EF4-FFF2-40B4-BE49-F238E27FC236}">
                  <a16:creationId xmlns:a16="http://schemas.microsoft.com/office/drawing/2014/main" id="{80B9F584-6C45-414D-9249-7905987E5B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C49FA66-B4D2-E54A-A07B-510FF12B3E98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51112459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s and grid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10728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E2E60C-A51D-8646-ACF9-FE441CF514AD}"/>
              </a:ext>
            </a:extLst>
          </p:cNvPr>
          <p:cNvGrpSpPr/>
          <p:nvPr userDrawn="1"/>
        </p:nvGrpSpPr>
        <p:grpSpPr>
          <a:xfrm>
            <a:off x="5488911" y="6347636"/>
            <a:ext cx="1660747" cy="297712"/>
            <a:chOff x="10696365" y="12902424"/>
            <a:chExt cx="3321494" cy="595423"/>
          </a:xfrm>
        </p:grpSpPr>
        <p:pic>
          <p:nvPicPr>
            <p:cNvPr id="6" name="Google Shape;51;p9">
              <a:extLst>
                <a:ext uri="{FF2B5EF4-FFF2-40B4-BE49-F238E27FC236}">
                  <a16:creationId xmlns:a16="http://schemas.microsoft.com/office/drawing/2014/main" id="{9FB64B4F-2757-2F46-86AA-D8E05B81A3E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" descr="Picture">
              <a:extLst>
                <a:ext uri="{FF2B5EF4-FFF2-40B4-BE49-F238E27FC236}">
                  <a16:creationId xmlns:a16="http://schemas.microsoft.com/office/drawing/2014/main" id="{1A7D90D1-26D6-8E4B-9A07-5BCE507A1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2DAD32B-EAD6-1A44-8F29-9D02EF36AA0D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10592008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ver gradient">
    <p:bg>
      <p:bgPr>
        <a:gradFill flip="none" rotWithShape="1">
          <a:gsLst>
            <a:gs pos="0">
              <a:schemeClr val="accent1">
                <a:hueOff val="428270"/>
                <a:satOff val="3092"/>
                <a:lumOff val="-6249"/>
              </a:schemeClr>
            </a:gs>
            <a:gs pos="100000">
              <a:schemeClr val="accent1">
                <a:hueOff val="1353093"/>
                <a:satOff val="3092"/>
                <a:lumOff val="12549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Text"/>
          <p:cNvSpPr txBox="1">
            <a:spLocks noGrp="1"/>
          </p:cNvSpPr>
          <p:nvPr>
            <p:ph type="body" sz="half" idx="21"/>
          </p:nvPr>
        </p:nvSpPr>
        <p:spPr>
          <a:xfrm>
            <a:off x="280417" y="183558"/>
            <a:ext cx="5522977" cy="57261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1" name="Picture" descr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750" y="6257436"/>
            <a:ext cx="695453" cy="275723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7952130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280417" y="183558"/>
            <a:ext cx="5522977" cy="10668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92609" y="1658113"/>
            <a:ext cx="5498593" cy="4336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</a:defRPr>
            </a:lvl2pPr>
            <a:lvl3pPr marL="0" indent="100804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</a:defRPr>
            </a:lvl3pPr>
            <a:lvl4pPr marL="0" indent="217485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</a:defRPr>
            </a:lvl4pPr>
            <a:lvl5pPr marL="0" indent="315908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4" name="Text Placeholder 2"/>
          <p:cNvSpPr>
            <a:spLocks noGrp="1"/>
          </p:cNvSpPr>
          <p:nvPr>
            <p:ph type="body" sz="half" idx="21"/>
          </p:nvPr>
        </p:nvSpPr>
        <p:spPr>
          <a:xfrm>
            <a:off x="6388609" y="1658112"/>
            <a:ext cx="5498593" cy="433628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rPr lang="en-US"/>
              <a:t>Click to edit Master text styles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A96BB1-201A-0147-BD18-72B1808247A7}"/>
              </a:ext>
            </a:extLst>
          </p:cNvPr>
          <p:cNvGrpSpPr/>
          <p:nvPr userDrawn="1"/>
        </p:nvGrpSpPr>
        <p:grpSpPr>
          <a:xfrm>
            <a:off x="5265628" y="6452444"/>
            <a:ext cx="1660747" cy="297712"/>
            <a:chOff x="10696365" y="12902424"/>
            <a:chExt cx="3321494" cy="595423"/>
          </a:xfrm>
        </p:grpSpPr>
        <p:pic>
          <p:nvPicPr>
            <p:cNvPr id="7" name="Google Shape;51;p9">
              <a:extLst>
                <a:ext uri="{FF2B5EF4-FFF2-40B4-BE49-F238E27FC236}">
                  <a16:creationId xmlns:a16="http://schemas.microsoft.com/office/drawing/2014/main" id="{C88C4879-9981-1E41-87AA-8FF58E43FD1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" descr="Picture">
              <a:extLst>
                <a:ext uri="{FF2B5EF4-FFF2-40B4-BE49-F238E27FC236}">
                  <a16:creationId xmlns:a16="http://schemas.microsoft.com/office/drawing/2014/main" id="{3E84BBCE-CB18-9E46-8716-D871085972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72F638-7C72-0C46-ABC0-0B8E17503ACA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46264334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/4 conten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"/>
          <p:cNvSpPr/>
          <p:nvPr/>
        </p:nvSpPr>
        <p:spPr>
          <a:xfrm>
            <a:off x="3053291" y="-10688"/>
            <a:ext cx="9141648" cy="6879375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0" tIns="0" rIns="0" bIns="0" anchor="ctr"/>
          <a:lstStyle/>
          <a:p>
            <a:pPr algn="ctr" defTabSz="412740">
              <a:defRPr sz="3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500" dirty="0"/>
          </a:p>
        </p:txBody>
      </p:sp>
      <p:sp>
        <p:nvSpPr>
          <p:cNvPr id="4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405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292609" y="242317"/>
            <a:ext cx="2450593" cy="10728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accent1">
                    <a:hueOff val="52640"/>
                    <a:satOff val="3092"/>
                    <a:lumOff val="-1196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6" name="Body Level One…"/>
          <p:cNvSpPr txBox="1">
            <a:spLocks noGrp="1"/>
          </p:cNvSpPr>
          <p:nvPr>
            <p:ph type="body" sz="quarter" idx="22"/>
          </p:nvPr>
        </p:nvSpPr>
        <p:spPr>
          <a:xfrm>
            <a:off x="292609" y="811885"/>
            <a:ext cx="2450593" cy="4336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E9009E-470C-AF42-8F51-708B427876D4}"/>
              </a:ext>
            </a:extLst>
          </p:cNvPr>
          <p:cNvGrpSpPr/>
          <p:nvPr userDrawn="1"/>
        </p:nvGrpSpPr>
        <p:grpSpPr>
          <a:xfrm>
            <a:off x="5467645" y="6368903"/>
            <a:ext cx="1660747" cy="297712"/>
            <a:chOff x="10696365" y="12902424"/>
            <a:chExt cx="3321494" cy="595423"/>
          </a:xfrm>
        </p:grpSpPr>
        <p:pic>
          <p:nvPicPr>
            <p:cNvPr id="7" name="Google Shape;51;p9">
              <a:extLst>
                <a:ext uri="{FF2B5EF4-FFF2-40B4-BE49-F238E27FC236}">
                  <a16:creationId xmlns:a16="http://schemas.microsoft.com/office/drawing/2014/main" id="{F033FADF-5B16-EC45-AFAB-72BCB86F464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" descr="Picture">
              <a:extLst>
                <a:ext uri="{FF2B5EF4-FFF2-40B4-BE49-F238E27FC236}">
                  <a16:creationId xmlns:a16="http://schemas.microsoft.com/office/drawing/2014/main" id="{9C438BE2-F095-EC45-8FF2-09EA9C6BB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544022-0B40-7040-9678-AA73232C7FA4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118635331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pact point blue">
    <p:bg>
      <p:bgPr>
        <a:solidFill>
          <a:srgbClr val="006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his shift is the…"/>
          <p:cNvSpPr txBox="1">
            <a:spLocks noGrp="1"/>
          </p:cNvSpPr>
          <p:nvPr>
            <p:ph type="body" sz="half" idx="13"/>
          </p:nvPr>
        </p:nvSpPr>
        <p:spPr>
          <a:xfrm>
            <a:off x="303958" y="449911"/>
            <a:ext cx="9709485" cy="3098940"/>
          </a:xfrm>
          <a:prstGeom prst="rect">
            <a:avLst/>
          </a:prstGeom>
          <a:ln w="25400"/>
        </p:spPr>
        <p:txBody>
          <a:bodyPr>
            <a:normAutofit/>
          </a:bodyPr>
          <a:lstStyle>
            <a:lvl1pPr defTabSz="1251679">
              <a:lnSpc>
                <a:spcPct val="90000"/>
              </a:lnSpc>
              <a:spcBef>
                <a:spcPts val="0"/>
              </a:spcBef>
              <a:defRPr sz="19712" i="1">
                <a:latin typeface="IBM Plex Sans SemiBold"/>
                <a:sym typeface="IBM Plex Sans SemiBold"/>
              </a:defRPr>
            </a:lvl1pPr>
          </a:lstStyle>
          <a:p>
            <a:pPr defTabSz="938783">
              <a:lnSpc>
                <a:spcPct val="90000"/>
              </a:lnSpc>
              <a:spcBef>
                <a:spcPts val="0"/>
              </a:spcBef>
              <a:defRPr sz="19712">
                <a:latin typeface="IBM Plex Sans ExtraLight"/>
                <a:ea typeface="IBM Plex Sans ExtraLight"/>
                <a:cs typeface="IBM Plex Sans ExtraLight"/>
                <a:sym typeface="IBM Plex Sans ExtraLight"/>
              </a:defRPr>
            </a:pPr>
            <a:r>
              <a:rPr dirty="0"/>
              <a:t>This shift is the </a:t>
            </a:r>
          </a:p>
          <a:p>
            <a:pPr defTabSz="938783">
              <a:lnSpc>
                <a:spcPct val="90000"/>
              </a:lnSpc>
              <a:spcBef>
                <a:spcPts val="0"/>
              </a:spcBef>
              <a:defRPr sz="19712" i="1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pPr>
            <a:r>
              <a:rPr dirty="0"/>
              <a:t>Future of Work.</a:t>
            </a:r>
          </a:p>
        </p:txBody>
      </p:sp>
      <p:sp>
        <p:nvSpPr>
          <p:cNvPr id="136" name="Footer Placeholder 7"/>
          <p:cNvSpPr txBox="1"/>
          <p:nvPr/>
        </p:nvSpPr>
        <p:spPr>
          <a:xfrm>
            <a:off x="304801" y="6444916"/>
            <a:ext cx="2012571" cy="10015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r>
              <a:rPr sz="651" dirty="0"/>
              <a:t>IBM Automation / © 202</a:t>
            </a:r>
            <a:r>
              <a:rPr lang="en-US" sz="651" dirty="0"/>
              <a:t>1</a:t>
            </a:r>
            <a:r>
              <a:rPr sz="651" dirty="0"/>
              <a:t> IBM Corporation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14504" y="6434750"/>
            <a:ext cx="472699" cy="123111"/>
          </a:xfrm>
          <a:prstGeom prst="rect">
            <a:avLst/>
          </a:prstGeom>
        </p:spPr>
        <p:txBody>
          <a:bodyPr wrap="square"/>
          <a:lstStyle>
            <a:lvl1pPr>
              <a:defRPr>
                <a:solidFill>
                  <a:schemeClr val="bg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35073F-1AD6-4D4D-8A00-6C5155C4F702}"/>
              </a:ext>
            </a:extLst>
          </p:cNvPr>
          <p:cNvGrpSpPr/>
          <p:nvPr userDrawn="1"/>
        </p:nvGrpSpPr>
        <p:grpSpPr>
          <a:xfrm>
            <a:off x="5265628" y="6452444"/>
            <a:ext cx="1660747" cy="297712"/>
            <a:chOff x="10696365" y="12902424"/>
            <a:chExt cx="3321494" cy="595423"/>
          </a:xfrm>
        </p:grpSpPr>
        <p:pic>
          <p:nvPicPr>
            <p:cNvPr id="6" name="Google Shape;51;p9">
              <a:extLst>
                <a:ext uri="{FF2B5EF4-FFF2-40B4-BE49-F238E27FC236}">
                  <a16:creationId xmlns:a16="http://schemas.microsoft.com/office/drawing/2014/main" id="{12A03DAD-1090-6641-9868-C9AAD84FB6C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327" b="317"/>
            <a:stretch/>
          </p:blipFill>
          <p:spPr>
            <a:xfrm>
              <a:off x="12066139" y="13002571"/>
              <a:ext cx="1951720" cy="456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" descr="Picture">
              <a:extLst>
                <a:ext uri="{FF2B5EF4-FFF2-40B4-BE49-F238E27FC236}">
                  <a16:creationId xmlns:a16="http://schemas.microsoft.com/office/drawing/2014/main" id="{26183669-448E-C64D-A16A-82D0A6587A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bg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696365" y="13002572"/>
              <a:ext cx="1143205" cy="456128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B670274-049F-924B-9F50-EE82A8B2969C}"/>
                </a:ext>
              </a:extLst>
            </p:cNvPr>
            <p:cNvCxnSpPr/>
            <p:nvPr userDrawn="1"/>
          </p:nvCxnSpPr>
          <p:spPr>
            <a:xfrm>
              <a:off x="11947356" y="12902424"/>
              <a:ext cx="0" cy="595423"/>
            </a:xfrm>
            <a:prstGeom prst="line">
              <a:avLst/>
            </a:prstGeom>
            <a:noFill/>
            <a:ln w="25400" cap="flat">
              <a:solidFill>
                <a:schemeClr val="bg1">
                  <a:lumMod val="1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460757848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">
  <p:cSld name="text only"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60"/>
          <p:cNvSpPr txBox="1">
            <a:spLocks noGrp="1"/>
          </p:cNvSpPr>
          <p:nvPr>
            <p:ph type="body" idx="1"/>
          </p:nvPr>
        </p:nvSpPr>
        <p:spPr>
          <a:xfrm>
            <a:off x="1102281" y="2167901"/>
            <a:ext cx="9987801" cy="3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80976" lvl="0" indent="-25927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761952" lvl="1" indent="-25927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3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142926" lvl="2" indent="-25927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3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523901" lvl="3" indent="-25927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3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1904876" lvl="4" indent="-25927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3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285852" lvl="5" indent="-25927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3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2666827" lvl="6" indent="-25927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3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047802" lvl="7" indent="-25927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3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3428777" lvl="8" indent="-259275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3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492" name="Google Shape;1492;p60"/>
          <p:cNvSpPr txBox="1">
            <a:spLocks noGrp="1"/>
          </p:cNvSpPr>
          <p:nvPr>
            <p:ph type="title"/>
          </p:nvPr>
        </p:nvSpPr>
        <p:spPr>
          <a:xfrm>
            <a:off x="1102214" y="1"/>
            <a:ext cx="9987801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roxima Nova"/>
              <a:buNone/>
              <a:defRPr b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493" name="Google Shape;1493;p60"/>
          <p:cNvSpPr txBox="1">
            <a:spLocks noGrp="1"/>
          </p:cNvSpPr>
          <p:nvPr>
            <p:ph type="subTitle" idx="2"/>
          </p:nvPr>
        </p:nvSpPr>
        <p:spPr>
          <a:xfrm>
            <a:off x="1102214" y="1239701"/>
            <a:ext cx="9987801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D44DA4E-C84F-7C43-94A6-4620B18593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396703"/>
            <a:ext cx="5486313" cy="222251"/>
          </a:xfrm>
        </p:spPr>
        <p:txBody>
          <a:bodyPr anchor="ctr"/>
          <a:lstStyle>
            <a:lvl1pPr>
              <a:defRPr sz="8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B113718-522F-7142-AFD4-E3DF1B99EC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53263" y="6494373"/>
            <a:ext cx="133851" cy="123111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F736FB-BBFF-354A-BD71-0C6D2A97B5E3}"/>
              </a:ext>
            </a:extLst>
          </p:cNvPr>
          <p:cNvSpPr txBox="1">
            <a:spLocks/>
          </p:cNvSpPr>
          <p:nvPr userDrawn="1"/>
        </p:nvSpPr>
        <p:spPr>
          <a:xfrm>
            <a:off x="9968063" y="6393767"/>
            <a:ext cx="1899419" cy="22790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54"/>
            <a:fld id="{59395FB3-9C97-154F-86B2-7E381B951268}" type="slidenum">
              <a:rPr lang="en-US" sz="800" smtClean="0">
                <a:latin typeface="IBM Plex Sans Regular"/>
              </a:rPr>
              <a:pPr defTabSz="914354"/>
              <a:t>‹#›</a:t>
            </a:fld>
            <a:endParaRPr lang="en-US" sz="800" dirty="0">
              <a:latin typeface="IBM Plex Sans Regular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B0D8B4F7-81EA-B949-9D01-51A3B0776F5A}"/>
              </a:ext>
            </a:extLst>
          </p:cNvPr>
          <p:cNvSpPr txBox="1">
            <a:spLocks/>
          </p:cNvSpPr>
          <p:nvPr userDrawn="1"/>
        </p:nvSpPr>
        <p:spPr>
          <a:xfrm>
            <a:off x="304891" y="6393768"/>
            <a:ext cx="5486313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IBM Consulting / © 2021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97344406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-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-1"/>
            <a:ext cx="12192000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35" b="0" i="0" dirty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5">
                <a:solidFill>
                  <a:schemeClr val="accent1"/>
                </a:solidFill>
              </a:defRPr>
            </a:lvl1pPr>
            <a:lvl2pPr>
              <a:defRPr sz="1335">
                <a:solidFill>
                  <a:schemeClr val="accent1"/>
                </a:solidFill>
              </a:defRPr>
            </a:lvl2pPr>
            <a:lvl3pPr>
              <a:defRPr sz="1335">
                <a:solidFill>
                  <a:schemeClr val="accent1"/>
                </a:solidFill>
              </a:defRPr>
            </a:lvl3pPr>
            <a:lvl4pPr>
              <a:defRPr sz="1335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571501"/>
            <a:ext cx="11430000" cy="51186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4C969F22-EA8D-B941-9995-AD14771164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383869"/>
            <a:ext cx="5486313" cy="222251"/>
          </a:xfrm>
        </p:spPr>
        <p:txBody>
          <a:bodyPr/>
          <a:lstStyle>
            <a:lvl1pPr>
              <a:defRPr sz="800">
                <a:solidFill>
                  <a:schemeClr val="bg1">
                    <a:lumMod val="10000"/>
                  </a:schemeClr>
                </a:solidFill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F3756FE-D2A2-FD46-BF9B-1B80553C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3263" y="6433439"/>
            <a:ext cx="133851" cy="123111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3777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008141" y="6406116"/>
            <a:ext cx="2844801" cy="3683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9944816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H="1">
            <a:off x="0" y="0"/>
            <a:ext cx="3048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1714500"/>
            <a:ext cx="2476500" cy="3048000"/>
          </a:xfrm>
        </p:spPr>
        <p:txBody>
          <a:bodyPr tIns="22860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1" y="220980"/>
            <a:ext cx="2476500" cy="685800"/>
          </a:xfrm>
        </p:spPr>
        <p:txBody>
          <a:bodyPr lIns="0" tIns="0" rIns="0">
            <a:noAutofit/>
          </a:bodyPr>
          <a:lstStyle>
            <a:lvl1pPr>
              <a:defRPr sz="1333">
                <a:solidFill>
                  <a:schemeClr val="accent1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9144000" y="0"/>
            <a:ext cx="3048000" cy="6858000"/>
          </a:xfrm>
        </p:spPr>
        <p:txBody>
          <a:bodyPr lIns="228600" tIns="2057400" rIns="9144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0"/>
          </p:nvPr>
        </p:nvSpPr>
        <p:spPr>
          <a:xfrm>
            <a:off x="6223000" y="1714501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2"/>
          </p:nvPr>
        </p:nvSpPr>
        <p:spPr>
          <a:xfrm>
            <a:off x="3302000" y="1714501"/>
            <a:ext cx="2667000" cy="4381500"/>
          </a:xfrm>
        </p:spPr>
        <p:txBody>
          <a:bodyPr lIns="0" tIns="22860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Footer Placeholder">
            <a:extLst>
              <a:ext uri="{FF2B5EF4-FFF2-40B4-BE49-F238E27FC236}">
                <a16:creationId xmlns:a16="http://schemas.microsoft.com/office/drawing/2014/main" id="{27E2DFF5-0CE6-F449-9625-FE62E27B83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04891" y="6500281"/>
            <a:ext cx="5486313" cy="222251"/>
          </a:xfrm>
        </p:spPr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A0DB28D-A478-0140-813F-D23BFC8E15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48804" y="6500281"/>
            <a:ext cx="2438309" cy="222251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879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A455-D70F-3B40-90DA-3BA282B0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19811-CEEF-3C4B-98D2-CDCF4AE3A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77238-063C-B84B-8753-5D7C20CD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4F49-0A86-914A-A39A-C6337B3A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EF885-E20C-6746-A0C7-0D8DE8E4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3261" y="6433438"/>
            <a:ext cx="133851" cy="123111"/>
          </a:xfrm>
        </p:spPr>
        <p:txBody>
          <a:bodyPr/>
          <a:lstStyle/>
          <a:p>
            <a:fld id="{EE157E8F-D4B1-A84F-86EE-29DC857096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35043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copy" type="tx">
  <p:cSld name="Title Only copy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73"/>
          <p:cNvSpPr txBox="1">
            <a:spLocks noGrp="1"/>
          </p:cNvSpPr>
          <p:nvPr>
            <p:ph type="title"/>
          </p:nvPr>
        </p:nvSpPr>
        <p:spPr>
          <a:xfrm>
            <a:off x="321836" y="488240"/>
            <a:ext cx="9767049" cy="79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0F94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32" name="Google Shape;2232;p73"/>
          <p:cNvSpPr txBox="1">
            <a:spLocks noGrp="1"/>
          </p:cNvSpPr>
          <p:nvPr>
            <p:ph type="body" idx="1"/>
          </p:nvPr>
        </p:nvSpPr>
        <p:spPr>
          <a:xfrm>
            <a:off x="0" y="3"/>
            <a:ext cx="12192000" cy="3592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80976" lvl="0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761952" lvl="1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marL="1142926" lvl="2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marL="1523901" lvl="3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marL="1904876" lvl="4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marL="2285852" lvl="5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marL="2666827" lvl="6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marL="3047802" lvl="7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marL="3428777" lvl="8" indent="-1904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DE2DA9D-35E6-D349-86CE-A96CBC6A8A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1836" y="6523268"/>
            <a:ext cx="5486313" cy="222251"/>
          </a:xfrm>
        </p:spPr>
        <p:txBody>
          <a:bodyPr/>
          <a:lstStyle/>
          <a:p>
            <a:r>
              <a:rPr lang="en-US" dirty="0"/>
              <a:t>IBM Consulting / © 2021 IBM Corporation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52A40598-3934-174C-B10A-D31AC68BC2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65748" y="6523268"/>
            <a:ext cx="2438309" cy="222251"/>
          </a:xfrm>
        </p:spPr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98980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3-1_Title and Content">
  <p:cSld name="3_3-1_Title and Content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0"/>
          <p:cNvSpPr/>
          <p:nvPr/>
        </p:nvSpPr>
        <p:spPr>
          <a:xfrm rot="10800000" flipH="1">
            <a:off x="0" y="0"/>
            <a:ext cx="12192000" cy="101193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60" b="0" i="0" u="none" strike="noStrike" cap="none" dirty="0">
              <a:solidFill>
                <a:srgbClr val="0512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0"/>
          <p:cNvSpPr txBox="1">
            <a:spLocks noGrp="1"/>
          </p:cNvSpPr>
          <p:nvPr>
            <p:ph type="title"/>
          </p:nvPr>
        </p:nvSpPr>
        <p:spPr>
          <a:xfrm>
            <a:off x="381000" y="59438"/>
            <a:ext cx="11430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522835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prstGeom prst="rect">
            <a:avLst/>
          </a:prstGeom>
          <a:solidFill>
            <a:schemeClr val="bg2"/>
          </a:solidFill>
        </p:spPr>
        <p:txBody>
          <a:bodyPr lIns="457200" tIns="228600" rIns="228600" bIns="228600"/>
          <a:lstStyle>
            <a:lvl1pPr>
              <a:defRPr sz="1667" b="0" i="0">
                <a:solidFill>
                  <a:schemeClr val="tx1"/>
                </a:solidFill>
                <a:latin typeface="Arial Regular" charset="0"/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 txBox="1">
            <a:spLocks/>
          </p:cNvSpPr>
          <p:nvPr userDrawn="1"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accent2"/>
          </a:solidFill>
        </p:spPr>
        <p:txBody>
          <a:bodyPr vert="horz" lIns="190500" tIns="167640" rIns="190500" bIns="190500" rtlCol="0" anchor="t" anchorCtr="0">
            <a:noAutofit/>
          </a:bodyPr>
          <a:lstStyle>
            <a:lvl1pPr algn="l" defTabSz="7308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36" kern="1200">
                <a:solidFill>
                  <a:schemeClr val="bg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endParaRPr lang="en-US" sz="3197" b="0" i="0" dirty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571500"/>
            <a:ext cx="5486400" cy="228600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tabLst/>
              <a:defRPr sz="1333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 Regular" charset="0"/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prstGeom prst="rect">
            <a:avLst/>
          </a:prstGeom>
          <a:noFill/>
        </p:spPr>
        <p:txBody>
          <a:bodyPr lIns="228600" tIns="228600" rIns="228600" bIns="228600"/>
          <a:lstStyle>
            <a:lvl1pPr>
              <a:defRPr sz="1667" b="0" i="0">
                <a:solidFill>
                  <a:schemeClr val="bg2"/>
                </a:solidFill>
                <a:latin typeface="Arial Regula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prstGeom prst="rect">
            <a:avLst/>
          </a:prstGeom>
          <a:solidFill>
            <a:schemeClr val="bg2"/>
          </a:solidFill>
        </p:spPr>
        <p:txBody>
          <a:bodyPr lIns="228600" tIns="228600" rIns="228600" bIns="228600"/>
          <a:lstStyle>
            <a:lvl1pPr>
              <a:defRPr sz="1667" b="0" i="0">
                <a:solidFill>
                  <a:schemeClr val="tx1"/>
                </a:solidFill>
                <a:latin typeface="Arial Regula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7"/>
          </p:nvPr>
        </p:nvSpPr>
        <p:spPr>
          <a:xfrm>
            <a:off x="9144000" y="3429000"/>
            <a:ext cx="3048000" cy="3429000"/>
          </a:xfrm>
          <a:prstGeom prst="rect">
            <a:avLst/>
          </a:prstGeom>
          <a:solidFill>
            <a:schemeClr val="tx1"/>
          </a:solidFill>
        </p:spPr>
        <p:txBody>
          <a:bodyPr lIns="228600" tIns="228600" rIns="228600" bIns="228600"/>
          <a:lstStyle>
            <a:lvl1pPr>
              <a:defRPr sz="1667" b="0" i="0">
                <a:solidFill>
                  <a:schemeClr val="bg2"/>
                </a:solidFill>
                <a:latin typeface="Arial Regula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9011" y="6515120"/>
            <a:ext cx="471765" cy="190501"/>
          </a:xfrm>
          <a:prstGeom prst="rect">
            <a:avLst/>
          </a:prstGeom>
        </p:spPr>
      </p:pic>
      <p:sp>
        <p:nvSpPr>
          <p:cNvPr id="19" name="Content Placeholder 9"/>
          <p:cNvSpPr>
            <a:spLocks noGrp="1"/>
          </p:cNvSpPr>
          <p:nvPr>
            <p:ph sz="quarter" idx="19"/>
          </p:nvPr>
        </p:nvSpPr>
        <p:spPr>
          <a:xfrm>
            <a:off x="3048000" y="3429000"/>
            <a:ext cx="3048000" cy="3429000"/>
          </a:xfrm>
          <a:prstGeom prst="rect">
            <a:avLst/>
          </a:prstGeom>
          <a:noFill/>
        </p:spPr>
        <p:txBody>
          <a:bodyPr lIns="228600" tIns="228600" rIns="228600" bIns="228600"/>
          <a:lstStyle>
            <a:lvl1pPr>
              <a:defRPr sz="1667" b="0" i="0">
                <a:solidFill>
                  <a:schemeClr val="bg2"/>
                </a:solidFill>
                <a:latin typeface="Arial Regula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0"/>
          </p:nvPr>
        </p:nvSpPr>
        <p:spPr>
          <a:xfrm>
            <a:off x="6096000" y="3429000"/>
            <a:ext cx="3048000" cy="3429000"/>
          </a:xfrm>
          <a:prstGeom prst="rect">
            <a:avLst/>
          </a:prstGeom>
          <a:solidFill>
            <a:schemeClr val="bg2"/>
          </a:solidFill>
        </p:spPr>
        <p:txBody>
          <a:bodyPr lIns="228600" tIns="228600" rIns="228600" bIns="228600"/>
          <a:lstStyle>
            <a:lvl1pPr>
              <a:defRPr sz="1667" b="0" i="0">
                <a:solidFill>
                  <a:schemeClr val="tx1"/>
                </a:solidFill>
                <a:latin typeface="Arial Regula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lide Number Placeholder 2"/>
          <p:cNvSpPr txBox="1">
            <a:spLocks/>
          </p:cNvSpPr>
          <p:nvPr userDrawn="1"/>
        </p:nvSpPr>
        <p:spPr>
          <a:xfrm>
            <a:off x="379049" y="6578161"/>
            <a:ext cx="273233" cy="182543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667" b="0" i="0" smtClean="0">
                <a:solidFill>
                  <a:schemeClr val="tx1"/>
                </a:solidFill>
                <a:latin typeface="Arial Regular" charset="0"/>
              </a:rPr>
              <a:pPr algn="l"/>
              <a:t>‹#›</a:t>
            </a:fld>
            <a:endParaRPr lang="en-US" sz="667" b="0" i="0" dirty="0">
              <a:solidFill>
                <a:schemeClr val="tx1"/>
              </a:solidFill>
              <a:latin typeface="Arial Regular" charset="0"/>
            </a:endParaRP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762000" y="6583048"/>
            <a:ext cx="2261125" cy="183809"/>
            <a:chOff x="914400" y="7899655"/>
            <a:chExt cx="2713350" cy="220571"/>
          </a:xfrm>
        </p:grpSpPr>
        <p:sp>
          <p:nvSpPr>
            <p:cNvPr id="18" name="Footer Placeholder 3"/>
            <p:cNvSpPr txBox="1">
              <a:spLocks/>
            </p:cNvSpPr>
            <p:nvPr userDrawn="1"/>
          </p:nvSpPr>
          <p:spPr>
            <a:xfrm>
              <a:off x="914400" y="7900416"/>
              <a:ext cx="2284416" cy="21905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685800" rtl="0" eaLnBrk="1" latinLnBrk="0" hangingPunct="1">
                <a:defRPr sz="500" kern="1200">
                  <a:solidFill>
                    <a:schemeClr val="bg2">
                      <a:alpha val="6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67" b="0" i="0" dirty="0">
                  <a:solidFill>
                    <a:schemeClr val="tx1">
                      <a:alpha val="60000"/>
                    </a:schemeClr>
                  </a:solidFill>
                  <a:latin typeface="Arial Regular" charset="0"/>
                </a:rPr>
                <a:t>©</a:t>
              </a:r>
              <a:r>
                <a:rPr lang="en-US" sz="333" b="0" i="0" dirty="0">
                  <a:solidFill>
                    <a:schemeClr val="tx1">
                      <a:alpha val="60000"/>
                    </a:schemeClr>
                  </a:solidFill>
                  <a:latin typeface="Arial Regular" charset="0"/>
                </a:rPr>
                <a:t> </a:t>
              </a:r>
              <a:r>
                <a:rPr lang="en-US" sz="667" b="0" i="0" dirty="0">
                  <a:solidFill>
                    <a:schemeClr val="tx1">
                      <a:alpha val="60000"/>
                    </a:schemeClr>
                  </a:solidFill>
                  <a:latin typeface="Arial Regular" charset="0"/>
                </a:rPr>
                <a:t>2019 IBM Corporation</a:t>
              </a:r>
              <a:r>
                <a:rPr lang="en-US" sz="667" b="0" i="0" baseline="0" dirty="0">
                  <a:solidFill>
                    <a:schemeClr val="tx1">
                      <a:alpha val="60000"/>
                    </a:schemeClr>
                  </a:solidFill>
                  <a:latin typeface="Arial Regular" charset="0"/>
                </a:rPr>
                <a:t>              </a:t>
              </a:r>
              <a:r>
                <a:rPr lang="en-US" sz="667" b="0" i="0" dirty="0">
                  <a:solidFill>
                    <a:schemeClr val="tx1">
                      <a:alpha val="60000"/>
                    </a:schemeClr>
                  </a:solidFill>
                  <a:latin typeface="Arial Regular" charset="0"/>
                </a:rPr>
                <a:t> </a:t>
              </a:r>
            </a:p>
          </p:txBody>
        </p:sp>
        <p:sp>
          <p:nvSpPr>
            <p:cNvPr id="20" name="Date Placeholder 2"/>
            <p:cNvSpPr txBox="1">
              <a:spLocks/>
            </p:cNvSpPr>
            <p:nvPr userDrawn="1"/>
          </p:nvSpPr>
          <p:spPr>
            <a:xfrm>
              <a:off x="2256150" y="7899655"/>
              <a:ext cx="1371600" cy="220571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Bef>
                  <a:spcPts val="0"/>
                </a:spcBef>
                <a:spcAft>
                  <a:spcPts val="0"/>
                </a:spcAft>
                <a:tabLst/>
                <a:defRPr/>
              </a:pPr>
              <a:r>
                <a:rPr lang="en-US" sz="667" b="0" i="0" dirty="0">
                  <a:solidFill>
                    <a:schemeClr val="tx1">
                      <a:alpha val="60000"/>
                    </a:schemeClr>
                  </a:solidFill>
                  <a:latin typeface="Arial Regular" charset="0"/>
                  <a:cs typeface="Arial Regular" charset="0"/>
                </a:rPr>
                <a:t> </a:t>
              </a:r>
              <a:fld id="{7C9968D1-C8E5-4FE3-AED4-7D4518C301B3}" type="datetime3">
                <a:rPr lang="en-US" sz="667" b="0" i="0" smtClean="0">
                  <a:solidFill>
                    <a:schemeClr val="tx1">
                      <a:alpha val="60000"/>
                    </a:schemeClr>
                  </a:solidFill>
                  <a:latin typeface="Arial Regular" charset="0"/>
                  <a:cs typeface="Arial Regular" charset="0"/>
                </a:rPr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tabLst/>
                  <a:defRPr/>
                </a:pPr>
                <a:t>15 August 2022</a:t>
              </a:fld>
              <a:endParaRPr lang="en-US" sz="667" b="0" i="0" dirty="0">
                <a:solidFill>
                  <a:schemeClr val="tx1">
                    <a:alpha val="60000"/>
                  </a:schemeClr>
                </a:solidFill>
                <a:latin typeface="Arial Regular" charset="0"/>
                <a:cs typeface="Arial Regular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231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1"/>
            <a:ext cx="12192000" cy="1714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IBM Plex Sans" panose="020B0503050000000000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3">
                <a:solidFill>
                  <a:schemeClr val="accent1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6118860"/>
            <a:ext cx="5486400" cy="381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667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 dirty="0"/>
              <a:t>Source: Edit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79048" y="1714501"/>
            <a:ext cx="11430000" cy="4381500"/>
          </a:xfrm>
        </p:spPr>
        <p:txBody>
          <a:bodyPr lIns="0" rIns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1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135776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3-LEFT-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51AF25E-6855-254D-9B45-02CDC643F12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gradFill>
            <a:gsLst>
              <a:gs pos="20000">
                <a:schemeClr val="accent2"/>
              </a:gs>
              <a:gs pos="100000">
                <a:schemeClr val="accent3"/>
              </a:gs>
            </a:gsLst>
            <a:lin ang="13500000" scaled="1"/>
          </a:gradFill>
          <a:ln w="3175">
            <a:noFill/>
          </a:ln>
        </p:spPr>
        <p:txBody>
          <a:bodyPr lIns="190500" tIns="304800" rIns="7620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11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73038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3968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•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625475" indent="-168275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–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803275" indent="-173038" algn="l" defTabSz="457200" rtl="0" eaLnBrk="1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Font typeface="Arial"/>
              <a:buChar char="»"/>
              <a:defRPr sz="1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500"/>
              </a:spcBef>
            </a:pPr>
            <a:endParaRPr lang="en-US" sz="1500" dirty="0">
              <a:solidFill>
                <a:schemeClr val="bg2">
                  <a:lumMod val="85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B45F180-06BF-DF4D-9901-21BDEAE67D40}"/>
              </a:ext>
            </a:extLst>
          </p:cNvPr>
          <p:cNvSpPr txBox="1">
            <a:spLocks/>
          </p:cNvSpPr>
          <p:nvPr userDrawn="1"/>
        </p:nvSpPr>
        <p:spPr>
          <a:xfrm>
            <a:off x="9525000" y="6477000"/>
            <a:ext cx="2286000" cy="381000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FD999D4-B456-9943-89B7-30D56181CE18}" type="slidenum">
              <a:rPr lang="en-US" sz="751" b="0" i="0" smtClean="0">
                <a:solidFill>
                  <a:schemeClr val="bg2"/>
                </a:solidFill>
                <a:latin typeface="IBM Plex Sans Light" panose="020B0403050203000203" pitchFamily="34" charset="77"/>
                <a:ea typeface="IBM Plex Sans" charset="0"/>
                <a:cs typeface="IBM Plex Sans" charset="0"/>
              </a:rPr>
              <a:pPr algn="r"/>
              <a:t>‹#›</a:t>
            </a:fld>
            <a:endParaRPr lang="en-US" sz="751" b="0" i="0" dirty="0">
              <a:solidFill>
                <a:schemeClr val="bg2"/>
              </a:solidFill>
              <a:latin typeface="IBM Plex Sans Light" panose="020B0403050203000203" pitchFamily="34" charset="77"/>
              <a:ea typeface="IBM Plex Sans" charset="0"/>
              <a:cs typeface="IBM Plex Sans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8DB62CB-1FF6-0940-BCFF-12807BD526B4}"/>
              </a:ext>
            </a:extLst>
          </p:cNvPr>
          <p:cNvSpPr txBox="1">
            <a:spLocks/>
          </p:cNvSpPr>
          <p:nvPr userDrawn="1"/>
        </p:nvSpPr>
        <p:spPr>
          <a:xfrm>
            <a:off x="381000" y="6477000"/>
            <a:ext cx="2286000" cy="381000"/>
          </a:xfrm>
          <a:prstGeom prst="rect">
            <a:avLst/>
          </a:prstGeom>
        </p:spPr>
        <p:txBody>
          <a:bodyPr lIns="0" tIns="0" rIns="0" bIns="0" anchor="t"/>
          <a:lstStyle>
            <a:defPPr>
              <a:defRPr lang="en-US"/>
            </a:defPPr>
            <a:lvl1pPr marL="0" algn="l" defTabSz="685800" rtl="0" eaLnBrk="1" latinLnBrk="0" hangingPunct="1">
              <a:defRPr sz="500" kern="1200">
                <a:solidFill>
                  <a:schemeClr val="bg2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1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751" b="0" i="0" kern="1200" dirty="0">
                <a:solidFill>
                  <a:schemeClr val="bg2"/>
                </a:solidFill>
                <a:effectLst/>
                <a:latin typeface="IBM Plex Sans Light" panose="020B0403050203000203" pitchFamily="34" charset="0"/>
                <a:ea typeface="+mn-ea"/>
                <a:cs typeface="+mn-cs"/>
              </a:rPr>
              <a:t>IBM Services </a:t>
            </a:r>
            <a:r>
              <a:rPr lang="en-US" sz="751" b="0" i="0" dirty="0">
                <a:solidFill>
                  <a:schemeClr val="bg2"/>
                </a:solidFill>
                <a:latin typeface="IBM Plex Sans Light" panose="020B0403050203000203" pitchFamily="34" charset="77"/>
                <a:ea typeface="IBM Plex Sans" charset="0"/>
                <a:cs typeface="IBM Plex Sans" charset="0"/>
              </a:rPr>
              <a:t>/ © 2021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928376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F605-AE84-4095-8916-DFAA43BBF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61396-EBBF-4612-953D-0553FA078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5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2" indent="0" algn="ctr">
              <a:buNone/>
              <a:defRPr sz="1600"/>
            </a:lvl6pPr>
            <a:lvl7pPr marL="2743166" indent="0" algn="ctr">
              <a:buNone/>
              <a:defRPr sz="1600"/>
            </a:lvl7pPr>
            <a:lvl8pPr marL="3200360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5F241-A5ED-4EB0-A11B-C48E6E2A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AA37-BC51-4D6F-992B-B9F62AFAE517}" type="datetimeFigureOut">
              <a:rPr lang="en-US" smtClean="0"/>
              <a:t>8/15/22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FAD54-E3B8-4502-9DEC-2F09C2F4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4052C-ED09-4356-90A3-438A9CD7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A16B-853C-4E38-89E6-0ADAF19A5D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04180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FE815-2848-7245-8FA3-5F28A8B9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C840-9FF4-4F45-8077-4E5A123DC4D1}" type="datetimeFigureOut">
              <a:rPr lang="en-US" smtClean="0"/>
              <a:t>8/15/22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C267A-5B75-6449-B7C5-C354E23B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5CCBA-D027-9B41-81B1-9A663A50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60E20-92DE-694D-8800-A1FDD58422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95427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 / © 2020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295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77" y="117473"/>
            <a:ext cx="12004675" cy="5588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lang="en-US" sz="2600" b="0" dirty="0">
                <a:latin typeface="Lubalin Demi for IBM" panose="020607030202050204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541793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-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 flipV="1">
            <a:off x="0" y="1"/>
            <a:ext cx="12192000" cy="1714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35" b="0" i="0" dirty="0">
              <a:latin typeface="Arial Regular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lIns="0" tIns="0" rIns="0">
            <a:noAutofit/>
          </a:bodyPr>
          <a:lstStyle>
            <a:lvl1pPr>
              <a:defRPr sz="1335">
                <a:solidFill>
                  <a:schemeClr val="accent1"/>
                </a:solidFill>
              </a:defRPr>
            </a:lvl1pPr>
            <a:lvl2pPr>
              <a:defRPr sz="1335">
                <a:solidFill>
                  <a:schemeClr val="accent1"/>
                </a:solidFill>
              </a:defRPr>
            </a:lvl2pPr>
            <a:lvl3pPr>
              <a:defRPr sz="1335">
                <a:solidFill>
                  <a:schemeClr val="accent1"/>
                </a:solidFill>
              </a:defRPr>
            </a:lvl3pPr>
            <a:lvl4pPr>
              <a:defRPr sz="1335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6118860"/>
            <a:ext cx="5486400" cy="381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667" dirty="0" smtClean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en-US" dirty="0"/>
              <a:t>Source: Edit source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571501"/>
            <a:ext cx="11430000" cy="952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370674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919195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49235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12073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909092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36180809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267344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221471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</a:t>
            </a:r>
            <a:r>
              <a:rPr lang="en-US" dirty="0"/>
              <a:t>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914084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753481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785073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6550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27558089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848905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Blue 60 rectangle">
            <a:extLst>
              <a:ext uri="{FF2B5EF4-FFF2-40B4-BE49-F238E27FC236}">
                <a16:creationId xmlns:a16="http://schemas.microsoft.com/office/drawing/2014/main" id="{91D1D188-D7EA-5A44-A392-6E9BFB996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34566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98312157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540954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137760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372760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39280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9014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bg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52197174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bg1"/>
          </a:solidFill>
        </p:spPr>
        <p:txBody>
          <a:bodyPr lIns="219456" tIns="201168" rIns="2286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333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1333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333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123399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530AD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762941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172552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403500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9505490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57876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5890881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3741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95220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4F04016-134E-5847-8C7D-495FF4D6E4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127740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0928" y="3083846"/>
            <a:ext cx="1730144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5084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280418" y="268224"/>
            <a:ext cx="5522885" cy="572617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b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b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US" dirty="0"/>
          </a:p>
        </p:txBody>
      </p:sp>
      <p:sp>
        <p:nvSpPr>
          <p:cNvPr id="7" name="Blue 60 rectangle">
            <a:extLst>
              <a:ext uri="{FF2B5EF4-FFF2-40B4-BE49-F238E27FC236}">
                <a16:creationId xmlns:a16="http://schemas.microsoft.com/office/drawing/2014/main" id="{91D1D188-D7EA-5A44-A392-6E9BFB996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4384"/>
            <a:ext cx="6096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A671B-EDA0-E54B-914B-F1EE90B872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7679" y="6294699"/>
            <a:ext cx="695452" cy="2819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6D5EEA7-7AE1-AB44-91F2-1780225B06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3957" y="924224"/>
            <a:ext cx="4414177" cy="441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0472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50" y="6254327"/>
            <a:ext cx="695452" cy="281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50" y="6254327"/>
            <a:ext cx="695452" cy="28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5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03" indent="0">
              <a:buNone/>
              <a:defRPr/>
            </a:lvl3pPr>
            <a:lvl4pPr marL="579938" indent="0">
              <a:buNone/>
              <a:defRPr/>
            </a:lvl4pPr>
            <a:lvl5pPr marL="84239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03" indent="0">
              <a:buNone/>
              <a:defRPr/>
            </a:lvl3pPr>
            <a:lvl4pPr marL="579938" indent="0">
              <a:buNone/>
              <a:defRPr/>
            </a:lvl4pPr>
            <a:lvl5pPr marL="84239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4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80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491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21920"/>
            <a:ext cx="11704229" cy="5872480"/>
          </a:xfrm>
        </p:spPr>
        <p:txBody>
          <a:bodyPr/>
          <a:lstStyle>
            <a:lvl1pPr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7416712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0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66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04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21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12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1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37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ligh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885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97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4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19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81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3197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3197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5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solidFill>
            <a:schemeClr val="tx1"/>
          </a:solidFill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BA5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3048001" y="3426883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3048000" cy="3431116"/>
          </a:xfrm>
          <a:solidFill>
            <a:srgbClr val="031973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8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0" y="3441702"/>
            <a:ext cx="3048000" cy="3416300"/>
          </a:xfrm>
          <a:solidFill>
            <a:schemeClr val="bg1"/>
          </a:solidFill>
        </p:spPr>
        <p:txBody>
          <a:bodyPr lIns="228600" tIns="228600" rIns="228600" b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425952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3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31973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BA5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69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7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04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585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5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40608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48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7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73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4311904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3" indent="0">
              <a:buNone/>
              <a:defRPr/>
            </a:lvl3pPr>
            <a:lvl4pPr marL="579938" indent="0">
              <a:buNone/>
              <a:defRPr/>
            </a:lvl4pPr>
            <a:lvl5pPr marL="84239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22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3078271"/>
            <a:ext cx="1722792" cy="7014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3078271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0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peak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1"/>
          <p:cNvSpPr>
            <a:spLocks noGrp="1"/>
          </p:cNvSpPr>
          <p:nvPr>
            <p:ph type="title" hasCustomPrompt="1"/>
          </p:nvPr>
        </p:nvSpPr>
        <p:spPr>
          <a:xfrm>
            <a:off x="542066" y="2086139"/>
            <a:ext cx="6397577" cy="1111021"/>
          </a:xfrm>
          <a:prstGeom prst="rect">
            <a:avLst/>
          </a:prstGeom>
        </p:spPr>
        <p:txBody>
          <a:bodyPr lIns="0" tIns="45715" rIns="91430" bIns="45715"/>
          <a:lstStyle>
            <a:lvl1pPr algn="l">
              <a:lnSpc>
                <a:spcPts val="3520"/>
              </a:lnSpc>
              <a:defRPr sz="3333" b="0" i="0">
                <a:solidFill>
                  <a:schemeClr val="bg1"/>
                </a:solidFill>
                <a:latin typeface="+mn-lt"/>
                <a:ea typeface="IBM Plex Sans" charset="0"/>
                <a:cs typeface="IBM Plex Sans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542066" y="3209954"/>
            <a:ext cx="5328073" cy="920772"/>
          </a:xfrm>
          <a:prstGeom prst="rect">
            <a:avLst/>
          </a:prstGeom>
        </p:spPr>
        <p:txBody>
          <a:bodyPr lIns="0" tIns="45715" rIns="91430" bIns="45715"/>
          <a:lstStyle>
            <a:lvl1pPr marL="0" indent="0">
              <a:buNone/>
              <a:defRPr sz="1867" b="0" i="0" baseline="0">
                <a:solidFill>
                  <a:srgbClr val="619AEC"/>
                </a:solidFill>
                <a:latin typeface="+mn-lt"/>
                <a:ea typeface="IBM Plex Sans" charset="0"/>
                <a:cs typeface="IBM Plex Sans" charset="0"/>
              </a:defRPr>
            </a:lvl1pPr>
            <a:lvl2pPr marL="609495" indent="0">
              <a:buNone/>
              <a:defRPr/>
            </a:lvl2pPr>
            <a:lvl3pPr marL="1218986" indent="0">
              <a:buNone/>
              <a:defRPr/>
            </a:lvl3pPr>
            <a:lvl4pPr marL="1828482" indent="0">
              <a:buNone/>
              <a:defRPr/>
            </a:lvl4pPr>
            <a:lvl5pPr marL="2437971" indent="0">
              <a:buNone/>
              <a:defRPr/>
            </a:lvl5pPr>
          </a:lstStyle>
          <a:p>
            <a:pPr lvl="0"/>
            <a:r>
              <a:rPr lang="en-US" dirty="0"/>
              <a:t>Speaker Name, Title</a:t>
            </a:r>
          </a:p>
        </p:txBody>
      </p:sp>
    </p:spTree>
    <p:extLst>
      <p:ext uri="{BB962C8B-B14F-4D97-AF65-F5344CB8AC3E}">
        <p14:creationId xmlns:p14="http://schemas.microsoft.com/office/powerpoint/2010/main" val="72007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IBM IMS / © 2020 IBM Corporation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139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74.xml"/><Relationship Id="rId47" Type="http://schemas.openxmlformats.org/officeDocument/2006/relationships/slideLayout" Target="../slideLayouts/slideLayout79.xml"/><Relationship Id="rId63" Type="http://schemas.openxmlformats.org/officeDocument/2006/relationships/slideLayout" Target="../slideLayouts/slideLayout95.xml"/><Relationship Id="rId68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37" Type="http://schemas.openxmlformats.org/officeDocument/2006/relationships/slideLayout" Target="../slideLayouts/slideLayout69.xml"/><Relationship Id="rId40" Type="http://schemas.openxmlformats.org/officeDocument/2006/relationships/slideLayout" Target="../slideLayouts/slideLayout72.xml"/><Relationship Id="rId45" Type="http://schemas.openxmlformats.org/officeDocument/2006/relationships/slideLayout" Target="../slideLayouts/slideLayout77.xml"/><Relationship Id="rId53" Type="http://schemas.openxmlformats.org/officeDocument/2006/relationships/slideLayout" Target="../slideLayouts/slideLayout85.xml"/><Relationship Id="rId58" Type="http://schemas.openxmlformats.org/officeDocument/2006/relationships/slideLayout" Target="../slideLayouts/slideLayout90.xml"/><Relationship Id="rId66" Type="http://schemas.openxmlformats.org/officeDocument/2006/relationships/slideLayout" Target="../slideLayouts/slideLayout98.xml"/><Relationship Id="rId74" Type="http://schemas.openxmlformats.org/officeDocument/2006/relationships/slideLayout" Target="../slideLayouts/slideLayout106.xml"/><Relationship Id="rId79" Type="http://schemas.openxmlformats.org/officeDocument/2006/relationships/image" Target="../media/image3.png"/><Relationship Id="rId5" Type="http://schemas.openxmlformats.org/officeDocument/2006/relationships/slideLayout" Target="../slideLayouts/slideLayout37.xml"/><Relationship Id="rId61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7.xml"/><Relationship Id="rId43" Type="http://schemas.openxmlformats.org/officeDocument/2006/relationships/slideLayout" Target="../slideLayouts/slideLayout75.xml"/><Relationship Id="rId48" Type="http://schemas.openxmlformats.org/officeDocument/2006/relationships/slideLayout" Target="../slideLayouts/slideLayout80.xml"/><Relationship Id="rId56" Type="http://schemas.openxmlformats.org/officeDocument/2006/relationships/slideLayout" Target="../slideLayouts/slideLayout88.xml"/><Relationship Id="rId64" Type="http://schemas.openxmlformats.org/officeDocument/2006/relationships/slideLayout" Target="../slideLayouts/slideLayout96.xml"/><Relationship Id="rId69" Type="http://schemas.openxmlformats.org/officeDocument/2006/relationships/slideLayout" Target="../slideLayouts/slideLayout101.xml"/><Relationship Id="rId77" Type="http://schemas.openxmlformats.org/officeDocument/2006/relationships/theme" Target="../theme/theme2.xml"/><Relationship Id="rId8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83.xml"/><Relationship Id="rId7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5.xml"/><Relationship Id="rId38" Type="http://schemas.openxmlformats.org/officeDocument/2006/relationships/slideLayout" Target="../slideLayouts/slideLayout70.xml"/><Relationship Id="rId46" Type="http://schemas.openxmlformats.org/officeDocument/2006/relationships/slideLayout" Target="../slideLayouts/slideLayout78.xml"/><Relationship Id="rId59" Type="http://schemas.openxmlformats.org/officeDocument/2006/relationships/slideLayout" Target="../slideLayouts/slideLayout91.xml"/><Relationship Id="rId67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73.xml"/><Relationship Id="rId54" Type="http://schemas.openxmlformats.org/officeDocument/2006/relationships/slideLayout" Target="../slideLayouts/slideLayout86.xml"/><Relationship Id="rId62" Type="http://schemas.openxmlformats.org/officeDocument/2006/relationships/slideLayout" Target="../slideLayouts/slideLayout94.xml"/><Relationship Id="rId70" Type="http://schemas.openxmlformats.org/officeDocument/2006/relationships/slideLayout" Target="../slideLayouts/slideLayout102.xml"/><Relationship Id="rId75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68.xml"/><Relationship Id="rId49" Type="http://schemas.openxmlformats.org/officeDocument/2006/relationships/slideLayout" Target="../slideLayouts/slideLayout81.xml"/><Relationship Id="rId57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63.xml"/><Relationship Id="rId44" Type="http://schemas.openxmlformats.org/officeDocument/2006/relationships/slideLayout" Target="../slideLayouts/slideLayout76.xml"/><Relationship Id="rId52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92.xml"/><Relationship Id="rId65" Type="http://schemas.openxmlformats.org/officeDocument/2006/relationships/slideLayout" Target="../slideLayouts/slideLayout97.xml"/><Relationship Id="rId73" Type="http://schemas.openxmlformats.org/officeDocument/2006/relationships/slideLayout" Target="../slideLayouts/slideLayout105.xml"/><Relationship Id="rId78" Type="http://schemas.openxmlformats.org/officeDocument/2006/relationships/image" Target="../media/image2.png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66.xml"/><Relationship Id="rId50" Type="http://schemas.openxmlformats.org/officeDocument/2006/relationships/slideLayout" Target="../slideLayouts/slideLayout82.xml"/><Relationship Id="rId55" Type="http://schemas.openxmlformats.org/officeDocument/2006/relationships/slideLayout" Target="../slideLayouts/slideLayout87.xml"/><Relationship Id="rId7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39.xml"/><Relationship Id="rId7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6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11.xml"/><Relationship Id="rId21" Type="http://schemas.openxmlformats.org/officeDocument/2006/relationships/slideLayout" Target="../slideLayouts/slideLayout129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5.xml"/><Relationship Id="rId25" Type="http://schemas.openxmlformats.org/officeDocument/2006/relationships/slideLayout" Target="../slideLayouts/slideLayout133.xml"/><Relationship Id="rId33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124.xml"/><Relationship Id="rId20" Type="http://schemas.openxmlformats.org/officeDocument/2006/relationships/slideLayout" Target="../slideLayouts/slideLayout128.xml"/><Relationship Id="rId29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24" Type="http://schemas.openxmlformats.org/officeDocument/2006/relationships/slideLayout" Target="../slideLayouts/slideLayout132.xml"/><Relationship Id="rId32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23.xml"/><Relationship Id="rId23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18.xml"/><Relationship Id="rId19" Type="http://schemas.openxmlformats.org/officeDocument/2006/relationships/slideLayout" Target="../slideLayouts/slideLayout127.xml"/><Relationship Id="rId31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5.xml"/><Relationship Id="rId30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1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9.xml"/><Relationship Id="rId26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44.xml"/><Relationship Id="rId21" Type="http://schemas.openxmlformats.org/officeDocument/2006/relationships/slideLayout" Target="../slideLayouts/slideLayout162.xml"/><Relationship Id="rId34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58.xml"/><Relationship Id="rId25" Type="http://schemas.openxmlformats.org/officeDocument/2006/relationships/slideLayout" Target="../slideLayouts/slideLayout166.xml"/><Relationship Id="rId33" Type="http://schemas.openxmlformats.org/officeDocument/2006/relationships/slideLayout" Target="../slideLayouts/slideLayout174.xml"/><Relationship Id="rId2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57.xml"/><Relationship Id="rId20" Type="http://schemas.openxmlformats.org/officeDocument/2006/relationships/slideLayout" Target="../slideLayouts/slideLayout161.xml"/><Relationship Id="rId29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24" Type="http://schemas.openxmlformats.org/officeDocument/2006/relationships/slideLayout" Target="../slideLayouts/slideLayout165.xml"/><Relationship Id="rId32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46.xml"/><Relationship Id="rId15" Type="http://schemas.openxmlformats.org/officeDocument/2006/relationships/slideLayout" Target="../slideLayouts/slideLayout156.xml"/><Relationship Id="rId23" Type="http://schemas.openxmlformats.org/officeDocument/2006/relationships/slideLayout" Target="../slideLayouts/slideLayout164.xml"/><Relationship Id="rId28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51.xml"/><Relationship Id="rId19" Type="http://schemas.openxmlformats.org/officeDocument/2006/relationships/slideLayout" Target="../slideLayouts/slideLayout160.xml"/><Relationship Id="rId31" Type="http://schemas.openxmlformats.org/officeDocument/2006/relationships/slideLayout" Target="../slideLayouts/slideLayout172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5.xml"/><Relationship Id="rId22" Type="http://schemas.openxmlformats.org/officeDocument/2006/relationships/slideLayout" Target="../slideLayouts/slideLayout163.xml"/><Relationship Id="rId27" Type="http://schemas.openxmlformats.org/officeDocument/2006/relationships/slideLayout" Target="../slideLayouts/slideLayout168.xml"/><Relationship Id="rId30" Type="http://schemas.openxmlformats.org/officeDocument/2006/relationships/slideLayout" Target="../slideLayouts/slideLayout171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98165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bg1"/>
          </a:solidFill>
          <a:latin typeface="+mj-lt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IBM Plex Sans" pitchFamily="2" charset="2"/>
        <a:buNone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 baseline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56032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99592" y="256032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400802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Consulting / © 2021 IBM Corporation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400802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4E71E3-6DAC-FC4B-AC7F-44984826E3F9}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0AFEE6-1E6F-984E-B462-9A25FB20F6BA}"/>
                </a:ext>
              </a:extLst>
            </p:cNvPr>
            <p:cNvGrpSpPr/>
            <p:nvPr userDrawn="1"/>
          </p:nvGrpSpPr>
          <p:grpSpPr>
            <a:xfrm>
              <a:off x="228600" y="-110490"/>
              <a:ext cx="8686732" cy="91440"/>
              <a:chOff x="228600" y="-110490"/>
              <a:chExt cx="8686732" cy="9144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828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011679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2402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4688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2976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5262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7548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5836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8122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040880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869612" y="-647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C7B09D2-810D-054D-845C-938B4C7501D3}"/>
                </a:ext>
              </a:extLst>
            </p:cNvPr>
            <p:cNvGrpSpPr/>
            <p:nvPr userDrawn="1"/>
          </p:nvGrpSpPr>
          <p:grpSpPr>
            <a:xfrm>
              <a:off x="228600" y="5162550"/>
              <a:ext cx="8686732" cy="91440"/>
              <a:chOff x="228600" y="5162550"/>
              <a:chExt cx="8686732" cy="9144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828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0116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2402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4688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2976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5262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7548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5836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8122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040880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869612" y="520827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3689327-D98C-1249-A9FC-AC178B34CF09}"/>
                </a:ext>
              </a:extLst>
            </p:cNvPr>
            <p:cNvGrpSpPr/>
            <p:nvPr userDrawn="1"/>
          </p:nvGrpSpPr>
          <p:grpSpPr>
            <a:xfrm>
              <a:off x="-109730" y="231394"/>
              <a:ext cx="91440" cy="4680331"/>
              <a:chOff x="-109730" y="231394"/>
              <a:chExt cx="91440" cy="468033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639699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286129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567815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4911725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7A2F807-1045-7D40-B220-9CBCE23F20AA}"/>
                </a:ext>
              </a:extLst>
            </p:cNvPr>
            <p:cNvGrpSpPr/>
            <p:nvPr userDrawn="1"/>
          </p:nvGrpSpPr>
          <p:grpSpPr>
            <a:xfrm>
              <a:off x="9163050" y="231394"/>
              <a:ext cx="91440" cy="4680331"/>
              <a:chOff x="9163050" y="231394"/>
              <a:chExt cx="91440" cy="4680331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639699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1286129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2567815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4491101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9163050" y="4911725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5DAFEE-F3C1-D846-9140-BB8C291BBE35}"/>
              </a:ext>
            </a:extLst>
          </p:cNvPr>
          <p:cNvGrpSpPr/>
          <p:nvPr userDrawn="1"/>
        </p:nvGrpSpPr>
        <p:grpSpPr>
          <a:xfrm>
            <a:off x="5453321" y="6363069"/>
            <a:ext cx="1689232" cy="297712"/>
            <a:chOff x="5272567" y="6363069"/>
            <a:chExt cx="1689232" cy="297712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ED9BF7-31FA-F648-AE51-AFA9E3B3B2F2}"/>
                </a:ext>
              </a:extLst>
            </p:cNvPr>
            <p:cNvCxnSpPr/>
            <p:nvPr userDrawn="1"/>
          </p:nvCxnSpPr>
          <p:spPr>
            <a:xfrm>
              <a:off x="5915604" y="6363069"/>
              <a:ext cx="0" cy="297712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14" name="Picture 13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15DAB507-B578-6A4A-A14A-768E29648F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8"/>
            <a:stretch>
              <a:fillRect/>
            </a:stretch>
          </p:blipFill>
          <p:spPr>
            <a:xfrm>
              <a:off x="5986113" y="6396558"/>
              <a:ext cx="975686" cy="230790"/>
            </a:xfrm>
            <a:prstGeom prst="rect">
              <a:avLst/>
            </a:prstGeom>
          </p:spPr>
        </p:pic>
        <p:pic>
          <p:nvPicPr>
            <p:cNvPr id="6152" name="Picture 8" descr="IBM white logo PNG">
              <a:extLst>
                <a:ext uri="{FF2B5EF4-FFF2-40B4-BE49-F238E27FC236}">
                  <a16:creationId xmlns:a16="http://schemas.microsoft.com/office/drawing/2014/main" id="{D35A619B-8D80-AE4E-B2E2-6EEF08321C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2567" y="6396558"/>
              <a:ext cx="625495" cy="230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240957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  <p:sldLayoutId id="2147483731" r:id="rId38"/>
    <p:sldLayoutId id="2147483732" r:id="rId39"/>
    <p:sldLayoutId id="2147483733" r:id="rId40"/>
    <p:sldLayoutId id="2147483734" r:id="rId41"/>
    <p:sldLayoutId id="2147483735" r:id="rId42"/>
    <p:sldLayoutId id="2147483736" r:id="rId43"/>
    <p:sldLayoutId id="2147483737" r:id="rId44"/>
    <p:sldLayoutId id="2147483738" r:id="rId45"/>
    <p:sldLayoutId id="2147483739" r:id="rId46"/>
    <p:sldLayoutId id="2147483740" r:id="rId47"/>
    <p:sldLayoutId id="2147483741" r:id="rId48"/>
    <p:sldLayoutId id="2147483742" r:id="rId49"/>
    <p:sldLayoutId id="2147483743" r:id="rId50"/>
    <p:sldLayoutId id="2147483744" r:id="rId51"/>
    <p:sldLayoutId id="2147483745" r:id="rId52"/>
    <p:sldLayoutId id="2147483746" r:id="rId53"/>
    <p:sldLayoutId id="2147483747" r:id="rId54"/>
    <p:sldLayoutId id="2147483748" r:id="rId55"/>
    <p:sldLayoutId id="2147483749" r:id="rId56"/>
    <p:sldLayoutId id="2147483750" r:id="rId57"/>
    <p:sldLayoutId id="2147483751" r:id="rId58"/>
    <p:sldLayoutId id="2147483752" r:id="rId59"/>
    <p:sldLayoutId id="2147483753" r:id="rId60"/>
    <p:sldLayoutId id="2147483754" r:id="rId61"/>
    <p:sldLayoutId id="2147483755" r:id="rId62"/>
    <p:sldLayoutId id="2147483756" r:id="rId63"/>
    <p:sldLayoutId id="2147483757" r:id="rId64"/>
    <p:sldLayoutId id="2147483758" r:id="rId65"/>
    <p:sldLayoutId id="2147483759" r:id="rId66"/>
    <p:sldLayoutId id="2147483760" r:id="rId67"/>
    <p:sldLayoutId id="2147483761" r:id="rId68"/>
    <p:sldLayoutId id="2147483762" r:id="rId69"/>
    <p:sldLayoutId id="2147483763" r:id="rId70"/>
    <p:sldLayoutId id="2147483764" r:id="rId71"/>
    <p:sldLayoutId id="2147483765" r:id="rId72"/>
    <p:sldLayoutId id="2147483766" r:id="rId73"/>
    <p:sldLayoutId id="2147483767" r:id="rId74"/>
    <p:sldLayoutId id="2147483768" r:id="rId75"/>
    <p:sldLayoutId id="2147483769" r:id="rId76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5pPr>
      <a:lvl6pPr marL="483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6pPr>
      <a:lvl7pPr marL="9668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7pPr>
      <a:lvl8pPr marL="14502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8pPr>
      <a:lvl9pPr marL="19336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IBM Plex Sans" pitchFamily="2" charset="2"/>
        <a:buNone/>
        <a:defRPr sz="1867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2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Tx/>
        <a:buSzPct val="100000"/>
        <a:buFont typeface="IBM Plex Sans" charset="-120"/>
        <a:buChar char="–"/>
        <a:tabLst/>
        <a:defRPr sz="1867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8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Tx/>
        <a:buSzPct val="100000"/>
        <a:buFont typeface="Arial" panose="020B0604020202020204" pitchFamily="34" charset="0"/>
        <a:buChar char="•"/>
        <a:tabLst/>
        <a:defRPr sz="1867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70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Tx/>
        <a:buSzPct val="100000"/>
        <a:buFont typeface="IBM Plex Sans" charset="-120"/>
        <a:buChar char="–"/>
        <a:tabLst/>
        <a:defRPr sz="1867" baseline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099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Tx/>
        <a:buFont typeface="IBM Plex Sans" charset="-120"/>
        <a:buChar char="»"/>
        <a:tabLst/>
        <a:defRPr sz="1867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22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6pPr>
      <a:lvl7pPr marL="25949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7pPr>
      <a:lvl8pPr marL="30783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8pPr>
      <a:lvl9pPr marL="3561730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9pPr>
    </p:bodyStyle>
    <p:otherStyle>
      <a:defPPr>
        <a:defRPr lang="en-US"/>
      </a:defPPr>
      <a:lvl1pPr marL="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05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08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06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09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1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28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04">
          <p15:clr>
            <a:srgbClr val="F26B43"/>
          </p15:clr>
        </p15:guide>
        <p15:guide id="17" orient="horz" pos="808">
          <p15:clr>
            <a:srgbClr val="F26B43"/>
          </p15:clr>
        </p15:guide>
        <p15:guide id="18" orient="horz" pos="1618">
          <p15:clr>
            <a:srgbClr val="F26B43"/>
          </p15:clr>
        </p15:guide>
        <p15:guide id="19" orient="horz" pos="1214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9" name="Group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55987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  <p:sldLayoutId id="2147483793" r:id="rId23"/>
    <p:sldLayoutId id="2147483794" r:id="rId24"/>
    <p:sldLayoutId id="2147483795" r:id="rId25"/>
    <p:sldLayoutId id="2147483796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tx1"/>
          </a:solidFill>
          <a:latin typeface="+mj-lt"/>
          <a:ea typeface="IBM Plex Sans" charset="0"/>
          <a:cs typeface="IBM Plex Sans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None/>
        <a:defRPr sz="1867">
          <a:solidFill>
            <a:schemeClr val="tx1"/>
          </a:solidFill>
          <a:latin typeface="+mn-lt"/>
          <a:ea typeface="IBM Plex Sans" charset="0"/>
          <a:cs typeface="IBM Plex Sans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tx1"/>
          </a:solidFill>
          <a:latin typeface="+mn-lt"/>
          <a:ea typeface="IBM Plex Sans" charset="0"/>
          <a:cs typeface="IBM Plex Sans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tx1"/>
          </a:solidFill>
          <a:latin typeface="+mn-lt"/>
          <a:ea typeface="IBM Plex Sans" charset="0"/>
          <a:cs typeface="IBM Plex Sans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7" baseline="0">
          <a:solidFill>
            <a:schemeClr val="tx1"/>
          </a:solidFill>
          <a:latin typeface="+mn-lt"/>
          <a:ea typeface="IBM Plex Sans" charset="0"/>
          <a:cs typeface="IBM Plex Sans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tabLst/>
        <a:defRPr sz="1867">
          <a:solidFill>
            <a:schemeClr val="tx1"/>
          </a:solidFill>
          <a:latin typeface="+mn-lt"/>
          <a:ea typeface="IBM Plex Sans" charset="0"/>
          <a:cs typeface="IBM Plex Sans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04888" y="6383869"/>
            <a:ext cx="5486312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5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IBM IMS / © 2020 IBM Corporation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9448800" y="6383869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/>
          <p:cNvGrpSpPr/>
          <p:nvPr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/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/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/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/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32625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39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79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18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58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1pPr>
      <a:lvl2pPr marL="228589" indent="-228589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2pPr>
      <a:lvl3pPr marL="457178" indent="-188374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3pPr>
      <a:lvl4pPr marL="838158" indent="-25822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4pPr>
      <a:lvl5pPr marL="1070980" indent="-228589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5pPr>
      <a:lvl6pPr marL="2111497" indent="-17288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891" indent="-17288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287" indent="-17288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683" indent="-172882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395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792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185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581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6977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370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766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162" algn="l" defTabSz="966792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3.xml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fultonm@ca.ibm.com" TargetMode="External"/><Relationship Id="rId2" Type="http://schemas.openxmlformats.org/officeDocument/2006/relationships/hyperlink" Target="https://zosopentools.github.io/meta/#/" TargetMode="External"/><Relationship Id="rId1" Type="http://schemas.openxmlformats.org/officeDocument/2006/relationships/slideLayout" Target="../slideLayouts/slideLayout143.xml"/><Relationship Id="rId6" Type="http://schemas.openxmlformats.org/officeDocument/2006/relationships/image" Target="../media/image44.png"/><Relationship Id="rId5" Type="http://schemas.openxmlformats.org/officeDocument/2006/relationships/hyperlink" Target="https://github.com/search?q=user%3AZOSOpenTools+repo%3Ahttps%3A%2F%2Fgithub.com%2FZOSOpenTools+label%3A%22help+wanted%22&amp;type=Issues&amp;ref=advsearch&amp;l=&amp;l=" TargetMode="External"/><Relationship Id="rId4" Type="http://schemas.openxmlformats.org/officeDocument/2006/relationships/hyperlink" Target="https://github.com/ZOSOpenTools/meta/discussion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OSOpenTools/meta/discussions/categories/guild-feedback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6154-8350-9444-B314-83BDE5AC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226046"/>
            <a:ext cx="5522885" cy="57261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/>
            <a:br>
              <a:rPr lang="en-US" sz="3733" dirty="0"/>
            </a:br>
            <a:br>
              <a:rPr lang="en-US" sz="3733" dirty="0"/>
            </a:br>
            <a:br>
              <a:rPr lang="en-US" sz="3733" dirty="0"/>
            </a:br>
            <a:r>
              <a:rPr lang="en-US" sz="4267" dirty="0"/>
              <a:t>z/OS Open Source Guild Meetings</a:t>
            </a:r>
            <a:br>
              <a:rPr lang="en-US" sz="4267" dirty="0"/>
            </a:br>
            <a:br>
              <a:rPr lang="en-US" sz="4267" dirty="0"/>
            </a:br>
            <a:r>
              <a:rPr lang="en-US" sz="2800" dirty="0"/>
              <a:t>Igor </a:t>
            </a:r>
            <a:r>
              <a:rPr lang="en-US" sz="2800" dirty="0" err="1"/>
              <a:t>Todorovski</a:t>
            </a:r>
            <a:r>
              <a:rPr lang="en-US" sz="2800" dirty="0"/>
              <a:t> (</a:t>
            </a:r>
            <a:r>
              <a:rPr lang="en-US" sz="2800" dirty="0" err="1"/>
              <a:t>itodorov@ca.ibm.com</a:t>
            </a:r>
            <a:r>
              <a:rPr lang="en-US" sz="2800" dirty="0"/>
              <a:t>)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Mike Fulton</a:t>
            </a:r>
            <a:br>
              <a:rPr lang="en-US" sz="2800" dirty="0"/>
            </a:br>
            <a:r>
              <a:rPr lang="en-US" sz="2800" dirty="0"/>
              <a:t>(</a:t>
            </a:r>
            <a:r>
              <a:rPr lang="en-US" sz="2800" dirty="0" err="1"/>
              <a:t>fultonm@ca.ibm.com</a:t>
            </a:r>
            <a:r>
              <a:rPr lang="en-US" sz="2800" dirty="0"/>
              <a:t>)</a:t>
            </a:r>
            <a:br>
              <a:rPr lang="en-US" sz="4267" dirty="0"/>
            </a:br>
            <a:br>
              <a:rPr lang="en-US" sz="4267" dirty="0"/>
            </a:br>
            <a:br>
              <a:rPr lang="en-US" dirty="0"/>
            </a:br>
            <a:br>
              <a:rPr lang="en-US" dirty="0"/>
            </a:br>
            <a:br>
              <a:rPr lang="en-US" sz="2133" dirty="0"/>
            </a:br>
            <a:br>
              <a:rPr lang="en-US" sz="2667" dirty="0"/>
            </a:br>
            <a:br>
              <a:rPr lang="en-US" sz="2667" dirty="0"/>
            </a:br>
            <a:endParaRPr lang="en-US" sz="2133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1938FC8-58D5-5548-B054-775418331670}"/>
              </a:ext>
            </a:extLst>
          </p:cNvPr>
          <p:cNvSpPr txBox="1">
            <a:spLocks/>
          </p:cNvSpPr>
          <p:nvPr/>
        </p:nvSpPr>
        <p:spPr>
          <a:xfrm>
            <a:off x="304800" y="6438053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marR="0" indent="0" algn="l" defTabSz="685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5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IBM IMS / © 2020 IBM Corporation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D3B6D2-4522-0399-CA68-B7D02F44BC7E}"/>
              </a:ext>
            </a:extLst>
          </p:cNvPr>
          <p:cNvSpPr txBox="1"/>
          <p:nvPr/>
        </p:nvSpPr>
        <p:spPr>
          <a:xfrm>
            <a:off x="1911356" y="5667719"/>
            <a:ext cx="2060407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n-lt"/>
                <a:ea typeface="IBM Plex Sans" charset="0"/>
                <a:cs typeface="IBM Plex Sans" charset="0"/>
              </a:rPr>
              <a:t>Guild Meeting #1</a:t>
            </a:r>
          </a:p>
          <a:p>
            <a:pPr algn="ctr"/>
            <a:endParaRPr lang="en-US" sz="1600" b="1" dirty="0">
              <a:solidFill>
                <a:schemeClr val="bg1"/>
              </a:solidFill>
              <a:ea typeface="IBM Plex Sans" charset="0"/>
              <a:cs typeface="IBM Plex Sans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ea typeface="IBM Plex Sans" charset="0"/>
                <a:cs typeface="IBM Plex Sans" charset="0"/>
              </a:rPr>
              <a:t>August 17, 2022</a:t>
            </a:r>
            <a:endParaRPr lang="en-US" sz="1600" b="1" dirty="0">
              <a:solidFill>
                <a:schemeClr val="bg1"/>
              </a:solidFill>
              <a:latin typeface="+mn-lt"/>
              <a:ea typeface="IBM Plex Sans" charset="0"/>
              <a:cs typeface="IBM Plex Sans" charset="0"/>
            </a:endParaRPr>
          </a:p>
        </p:txBody>
      </p:sp>
      <p:pic>
        <p:nvPicPr>
          <p:cNvPr id="17" name="Picture 1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A303402-1B66-E0F6-A94B-EA6DBCA7C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893" y="3911728"/>
            <a:ext cx="6050107" cy="2141158"/>
          </a:xfrm>
          <a:prstGeom prst="rect">
            <a:avLst/>
          </a:prstGeom>
        </p:spPr>
      </p:pic>
      <p:pic>
        <p:nvPicPr>
          <p:cNvPr id="5134" name="Picture 14" descr="IBM z15 (IBM 8561) Specs, Support &amp; MIPS | Top Gun Technology">
            <a:extLst>
              <a:ext uri="{FF2B5EF4-FFF2-40B4-BE49-F238E27FC236}">
                <a16:creationId xmlns:a16="http://schemas.microsoft.com/office/drawing/2014/main" id="{9C8A4BEA-F180-5128-2AEB-3D83E9C6F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962" y="385497"/>
            <a:ext cx="3043503" cy="304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4E0D943-624F-A7F2-57C8-2E3289385AE9}"/>
              </a:ext>
            </a:extLst>
          </p:cNvPr>
          <p:cNvSpPr txBox="1"/>
          <p:nvPr/>
        </p:nvSpPr>
        <p:spPr>
          <a:xfrm>
            <a:off x="6538514" y="5983859"/>
            <a:ext cx="62525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Source</a:t>
            </a:r>
            <a:r>
              <a:rPr lang="en-US" sz="1050" dirty="0"/>
              <a:t>: https://</a:t>
            </a:r>
            <a:r>
              <a:rPr lang="en-US" sz="1050" dirty="0" err="1"/>
              <a:t>www.redhat.com</a:t>
            </a:r>
            <a:r>
              <a:rPr lang="en-US" sz="1050" dirty="0"/>
              <a:t>/</a:t>
            </a:r>
            <a:r>
              <a:rPr lang="en-US" sz="1050" dirty="0" err="1"/>
              <a:t>en</a:t>
            </a:r>
            <a:r>
              <a:rPr lang="en-US" sz="1050" dirty="0"/>
              <a:t>/resources/state-of-enterprise-open-source-report-2022</a:t>
            </a:r>
          </a:p>
        </p:txBody>
      </p:sp>
    </p:spTree>
    <p:extLst>
      <p:ext uri="{BB962C8B-B14F-4D97-AF65-F5344CB8AC3E}">
        <p14:creationId xmlns:p14="http://schemas.microsoft.com/office/powerpoint/2010/main" val="361687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68226"/>
            <a:ext cx="10017469" cy="46111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07373-7509-2A4D-8EC3-F9178E3A0ACD}"/>
              </a:ext>
            </a:extLst>
          </p:cNvPr>
          <p:cNvSpPr txBox="1"/>
          <p:nvPr/>
        </p:nvSpPr>
        <p:spPr>
          <a:xfrm>
            <a:off x="280417" y="1214664"/>
            <a:ext cx="107042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Motivation behind z/OS Open Source Software (OSS) Initiative (5 mins)</a:t>
            </a: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Goals for the OSS Guild (5 mins)</a:t>
            </a: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Where we are today (5 mins)</a:t>
            </a: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Demonstration (20 mins)</a:t>
            </a: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How you can get involved (5 mins)</a:t>
            </a: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Survey (10 mins)</a:t>
            </a: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Q/A (15 mins)</a:t>
            </a:r>
          </a:p>
        </p:txBody>
      </p:sp>
    </p:spTree>
    <p:extLst>
      <p:ext uri="{BB962C8B-B14F-4D97-AF65-F5344CB8AC3E}">
        <p14:creationId xmlns:p14="http://schemas.microsoft.com/office/powerpoint/2010/main" val="250736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68226"/>
            <a:ext cx="10017469" cy="461117"/>
          </a:xfrm>
        </p:spPr>
        <p:txBody>
          <a:bodyPr/>
          <a:lstStyle/>
          <a:p>
            <a:r>
              <a:rPr lang="en-US" b="1" dirty="0"/>
              <a:t>Open Source on z/OS? Why are we so behind?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4E43A79-B78A-1C15-0B73-C95D0B449F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559930"/>
              </p:ext>
            </p:extLst>
          </p:nvPr>
        </p:nvGraphicFramePr>
        <p:xfrm>
          <a:off x="280874" y="2136372"/>
          <a:ext cx="5486312" cy="2353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D5358C-F7AF-E7AC-47F7-39ED2C9976CA}"/>
              </a:ext>
            </a:extLst>
          </p:cNvPr>
          <p:cNvSpPr txBox="1"/>
          <p:nvPr/>
        </p:nvSpPr>
        <p:spPr>
          <a:xfrm>
            <a:off x="446963" y="4551113"/>
            <a:ext cx="5686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377">
              <a:defRPr/>
            </a:pPr>
            <a:r>
              <a:rPr lang="en-US" sz="1600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z/OS is at least 50% behind Mac, Ubuntu and Red Hat </a:t>
            </a: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A7351-DD86-0D45-FA42-6962D10CD4EE}"/>
              </a:ext>
            </a:extLst>
          </p:cNvPr>
          <p:cNvSpPr txBox="1"/>
          <p:nvPr/>
        </p:nvSpPr>
        <p:spPr>
          <a:xfrm>
            <a:off x="6525045" y="1168214"/>
            <a:ext cx="541217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defRPr/>
            </a:pPr>
            <a:endParaRPr lang="en-US" sz="1800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Gaps in our foundation</a:t>
            </a:r>
            <a:endParaRPr lang="en-US" sz="1800" b="1" i="1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838190" lvl="1" indent="-38099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Common </a:t>
            </a:r>
            <a:r>
              <a:rPr lang="en-US" i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building blocks 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like </a:t>
            </a:r>
            <a:r>
              <a:rPr lang="en-US" i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Git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, </a:t>
            </a:r>
            <a:r>
              <a:rPr lang="en-US" i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Curl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, </a:t>
            </a:r>
            <a:r>
              <a:rPr lang="en-US" i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Make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, </a:t>
            </a:r>
            <a:r>
              <a:rPr lang="en-US" i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Perl, Compilers 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are </a:t>
            </a: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outdated or non-existent</a:t>
            </a: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</a:endParaRP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chemeClr val="bg1"/>
                </a:solidFill>
                <a:latin typeface="IBM Plex Sans" panose="020B0503050203000203" pitchFamily="34" charset="0"/>
              </a:rPr>
              <a:t>Proprietary Ports</a:t>
            </a:r>
          </a:p>
          <a:p>
            <a:pPr marL="838190" lvl="1" indent="-38099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</a:rPr>
              <a:t>Ports are </a:t>
            </a:r>
            <a:r>
              <a:rPr lang="en-US" b="1" dirty="0">
                <a:solidFill>
                  <a:schemeClr val="bg1"/>
                </a:solidFill>
                <a:latin typeface="IBM Plex Sans" panose="020B0503050203000203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IBM Plex Sans" panose="020B0503050203000203" pitchFamily="34" charset="0"/>
              </a:rPr>
              <a:t>upstreamed</a:t>
            </a: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</a:rPr>
              <a:t> and/or </a:t>
            </a:r>
            <a:r>
              <a:rPr lang="en-US" b="1" dirty="0">
                <a:solidFill>
                  <a:schemeClr val="bg1"/>
                </a:solidFill>
                <a:latin typeface="IBM Plex Sans" panose="020B0503050203000203" pitchFamily="34" charset="0"/>
              </a:rPr>
              <a:t>proprietary</a:t>
            </a:r>
          </a:p>
          <a:p>
            <a:pPr marL="838190" lvl="1" indent="-38099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  <a:ea typeface="IBM Plex Sans" charset="0"/>
                <a:cs typeface="IBM Plex Sans" charset="0"/>
              </a:rPr>
              <a:t>Translates to significant maintenance cost and/or abandoned support</a:t>
            </a: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1295390" lvl="2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Limited System Access</a:t>
            </a:r>
          </a:p>
          <a:p>
            <a:pPr marL="742950" lvl="1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Barrier to entry: open source projects do not have access to port/test to z/OS</a:t>
            </a:r>
          </a:p>
          <a:p>
            <a:pPr lvl="2" defTabSz="914377"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1295390" lvl="2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838190" lvl="1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1028" name="Picture 4" descr="thunder crack Icon - Free PNG &amp; SVG 1361806 - Noun Project">
            <a:extLst>
              <a:ext uri="{FF2B5EF4-FFF2-40B4-BE49-F238E27FC236}">
                <a16:creationId xmlns:a16="http://schemas.microsoft.com/office/drawing/2014/main" id="{A27825A7-205B-9A24-FBD4-5FC04DD8D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96" y="1870367"/>
            <a:ext cx="895493" cy="89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AA6D7B-D5CE-1E64-A8CD-ADA5CF1A31E2}"/>
              </a:ext>
            </a:extLst>
          </p:cNvPr>
          <p:cNvSpPr txBox="1"/>
          <p:nvPr/>
        </p:nvSpPr>
        <p:spPr>
          <a:xfrm>
            <a:off x="446964" y="1344517"/>
            <a:ext cx="5486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377">
              <a:defRPr/>
            </a:pPr>
            <a:r>
              <a:rPr lang="en-US" sz="20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As z/OS modernizes, the gaps in supported OSS are becoming more and more obvious</a:t>
            </a:r>
          </a:p>
        </p:txBody>
      </p:sp>
      <p:pic>
        <p:nvPicPr>
          <p:cNvPr id="1036" name="Picture 12" descr="no entry tape Icon - Free PNG &amp; SVG 662538 - Noun Project">
            <a:extLst>
              <a:ext uri="{FF2B5EF4-FFF2-40B4-BE49-F238E27FC236}">
                <a16:creationId xmlns:a16="http://schemas.microsoft.com/office/drawing/2014/main" id="{89F457F0-E07D-D51D-90D8-71E5EF8E8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96" y="4794294"/>
            <a:ext cx="875488" cy="87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D8827B-1001-E273-B2A4-3350CF8A231A}"/>
              </a:ext>
            </a:extLst>
          </p:cNvPr>
          <p:cNvSpPr txBox="1"/>
          <p:nvPr/>
        </p:nvSpPr>
        <p:spPr>
          <a:xfrm>
            <a:off x="280416" y="5697870"/>
            <a:ext cx="11736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defRPr/>
            </a:pPr>
            <a:r>
              <a:rPr lang="en-US" sz="2800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We need a better way to facilitate open source development on z/OS</a:t>
            </a:r>
          </a:p>
        </p:txBody>
      </p:sp>
      <p:pic>
        <p:nvPicPr>
          <p:cNvPr id="6146" name="Picture 2" descr="Locked padlock - Free security icons">
            <a:extLst>
              <a:ext uri="{FF2B5EF4-FFF2-40B4-BE49-F238E27FC236}">
                <a16:creationId xmlns:a16="http://schemas.microsoft.com/office/drawing/2014/main" id="{7BDC82C6-38AC-2634-E4D8-C074476B4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97" y="3332331"/>
            <a:ext cx="895492" cy="895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01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5" y="268226"/>
            <a:ext cx="11523657" cy="461117"/>
          </a:xfrm>
        </p:spPr>
        <p:txBody>
          <a:bodyPr/>
          <a:lstStyle/>
          <a:p>
            <a:r>
              <a:rPr lang="en-US" sz="2800" dirty="0"/>
              <a:t>z/OS is known for security and Open Source is not secure right? </a:t>
            </a:r>
            <a:r>
              <a:rPr lang="en-US" sz="2800" b="1" dirty="0"/>
              <a:t>Wrong! </a:t>
            </a:r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3235ED4-7A1B-E04F-E526-B02007DB2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227" y="878664"/>
            <a:ext cx="7855808" cy="2628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1B53C0-C488-E739-2F07-6B9C70EE3BEA}"/>
              </a:ext>
            </a:extLst>
          </p:cNvPr>
          <p:cNvSpPr txBox="1"/>
          <p:nvPr/>
        </p:nvSpPr>
        <p:spPr>
          <a:xfrm>
            <a:off x="3090734" y="6458969"/>
            <a:ext cx="62525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Source: https://</a:t>
            </a:r>
            <a:r>
              <a:rPr lang="en-US" sz="1050" dirty="0" err="1">
                <a:solidFill>
                  <a:schemeClr val="bg1"/>
                </a:solidFill>
              </a:rPr>
              <a:t>www.redhat.com</a:t>
            </a:r>
            <a:r>
              <a:rPr lang="en-US" sz="1050" dirty="0">
                <a:solidFill>
                  <a:schemeClr val="bg1"/>
                </a:solidFill>
              </a:rPr>
              <a:t>/</a:t>
            </a:r>
            <a:r>
              <a:rPr lang="en-US" sz="1050" dirty="0" err="1">
                <a:solidFill>
                  <a:schemeClr val="bg1"/>
                </a:solidFill>
              </a:rPr>
              <a:t>en</a:t>
            </a:r>
            <a:r>
              <a:rPr lang="en-US" sz="1050" dirty="0">
                <a:solidFill>
                  <a:schemeClr val="bg1"/>
                </a:solidFill>
              </a:rPr>
              <a:t>/resources/state-of-enterprise-open-source-report-2022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4A42A756-9F76-066A-786F-FC2FC7CE6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227" y="4011189"/>
            <a:ext cx="7855808" cy="23323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7EB4BE-97E7-8515-C284-81A78FE8080D}"/>
              </a:ext>
            </a:extLst>
          </p:cNvPr>
          <p:cNvSpPr txBox="1"/>
          <p:nvPr/>
        </p:nvSpPr>
        <p:spPr>
          <a:xfrm>
            <a:off x="1779373" y="3675137"/>
            <a:ext cx="62525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1" i="0" dirty="0">
                <a:solidFill>
                  <a:schemeClr val="bg1"/>
                </a:solidFill>
                <a:effectLst/>
                <a:latin typeface="RedHatDisplay"/>
              </a:rPr>
              <a:t>Why security is a benefit of enterprise open source</a:t>
            </a:r>
          </a:p>
          <a:p>
            <a:pPr algn="l"/>
            <a:br>
              <a:rPr lang="en-CA" b="0" i="0" dirty="0">
                <a:solidFill>
                  <a:srgbClr val="8A8A8A"/>
                </a:solidFill>
                <a:effectLst/>
                <a:latin typeface="RedHatText"/>
              </a:rPr>
            </a:br>
            <a:endParaRPr lang="en-CA" b="0" i="0" dirty="0">
              <a:solidFill>
                <a:srgbClr val="8A8A8A"/>
              </a:solidFill>
              <a:effectLst/>
              <a:latin typeface="RedHatText"/>
            </a:endParaRPr>
          </a:p>
        </p:txBody>
      </p:sp>
    </p:spTree>
    <p:extLst>
      <p:ext uri="{BB962C8B-B14F-4D97-AF65-F5344CB8AC3E}">
        <p14:creationId xmlns:p14="http://schemas.microsoft.com/office/powerpoint/2010/main" val="88769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68226"/>
            <a:ext cx="10017469" cy="461117"/>
          </a:xfrm>
        </p:spPr>
        <p:txBody>
          <a:bodyPr/>
          <a:lstStyle/>
          <a:p>
            <a:r>
              <a:rPr lang="en-US" dirty="0"/>
              <a:t>z/OS Open Source Guild - Goals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5358C-F7AF-E7AC-47F7-39ED2C9976CA}"/>
              </a:ext>
            </a:extLst>
          </p:cNvPr>
          <p:cNvSpPr txBox="1"/>
          <p:nvPr/>
        </p:nvSpPr>
        <p:spPr>
          <a:xfrm>
            <a:off x="1570743" y="813087"/>
            <a:ext cx="1011274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Build a z/OS Open Source community and ecosystem!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Monthly touchpoint meetings on the latest in z/OS Open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Collaborate and promote open source on z/OS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Kick-start</a:t>
            </a:r>
            <a:r>
              <a:rPr lang="en-US" sz="2400" dirty="0">
                <a:solidFill>
                  <a:schemeClr val="bg1"/>
                </a:solidFill>
              </a:rPr>
              <a:t> by porting the core OSS </a:t>
            </a:r>
            <a:r>
              <a:rPr lang="en-US" sz="2400" i="1" dirty="0">
                <a:solidFill>
                  <a:schemeClr val="bg1"/>
                </a:solidFill>
              </a:rPr>
              <a:t>tools </a:t>
            </a:r>
            <a:r>
              <a:rPr lang="en-US" sz="2400" dirty="0">
                <a:solidFill>
                  <a:schemeClr val="bg1"/>
                </a:solidFill>
              </a:rPr>
              <a:t>to z/OS and engaging with the entire OSS community!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The z/OS Open Source Guild is completely Open!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Everything is hosted on </a:t>
            </a:r>
            <a:r>
              <a:rPr lang="en-US" sz="2400" dirty="0" err="1">
                <a:solidFill>
                  <a:schemeClr val="bg1"/>
                </a:solidFill>
              </a:rPr>
              <a:t>Github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Discussion, patches, binaries, guild recordings and more!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Key</a:t>
            </a:r>
            <a:r>
              <a:rPr lang="en-US" sz="2400" dirty="0">
                <a:solidFill>
                  <a:schemeClr val="bg1"/>
                </a:solidFill>
              </a:rPr>
              <a:t>: Upstream! Upstream! Upstream!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Grant the community z/OS system access so they adopt z/OS as a platform of choice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Grant both Development and Deployment system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lvl="0" defTabSz="914377">
              <a:defRPr/>
            </a:pPr>
            <a:endParaRPr lang="en-US" sz="2400" dirty="0">
              <a:solidFill>
                <a:schemeClr val="bg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2050" name="Picture 2" descr="Open source - Free logo icons">
            <a:extLst>
              <a:ext uri="{FF2B5EF4-FFF2-40B4-BE49-F238E27FC236}">
                <a16:creationId xmlns:a16="http://schemas.microsoft.com/office/drawing/2014/main" id="{13B7C95E-4876-DD50-BAF8-8B8AF36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39" y="3398262"/>
            <a:ext cx="778476" cy="77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047E68C-9D72-9EB4-7F0D-905779732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38" y="1270512"/>
            <a:ext cx="778477" cy="77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CC &amp; SyBridge Console and System Automation - Tone Software">
            <a:extLst>
              <a:ext uri="{FF2B5EF4-FFF2-40B4-BE49-F238E27FC236}">
                <a16:creationId xmlns:a16="http://schemas.microsoft.com/office/drawing/2014/main" id="{30A510D3-7441-4E75-C253-A1CBBD146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17" y="4809012"/>
            <a:ext cx="717891" cy="9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37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74B129-A3E3-AF69-0041-A1A17840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21920"/>
            <a:ext cx="11704229" cy="6484198"/>
          </a:xfrm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rgbClr val="FFFFFF"/>
                </a:solidFill>
              </a:rPr>
              <a:t>z/OS Open Source Initiative </a:t>
            </a:r>
            <a:r>
              <a:rPr lang="en-US" sz="4800" dirty="0">
                <a:solidFill>
                  <a:srgbClr val="97C1FF"/>
                </a:solidFill>
              </a:rPr>
              <a:t>https://github.com/ZOSOpenTools</a:t>
            </a:r>
            <a:br>
              <a:rPr lang="en-US" sz="4800" dirty="0">
                <a:solidFill>
                  <a:srgbClr val="FFFFFF"/>
                </a:solidFill>
              </a:rPr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25041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68226"/>
            <a:ext cx="10017469" cy="461117"/>
          </a:xfrm>
        </p:spPr>
        <p:txBody>
          <a:bodyPr/>
          <a:lstStyle/>
          <a:p>
            <a:r>
              <a:rPr lang="en-US" dirty="0"/>
              <a:t>Where we are now?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F3337-73B2-1B97-3A0F-8EC8722CE14B}"/>
              </a:ext>
            </a:extLst>
          </p:cNvPr>
          <p:cNvSpPr txBox="1"/>
          <p:nvPr/>
        </p:nvSpPr>
        <p:spPr>
          <a:xfrm>
            <a:off x="2769905" y="3352425"/>
            <a:ext cx="6252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z/OS fits into Open Source, not the other way around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9FF5A9-26CC-FBE3-5FBC-9F703C4634A7}"/>
              </a:ext>
            </a:extLst>
          </p:cNvPr>
          <p:cNvSpPr txBox="1">
            <a:spLocks/>
          </p:cNvSpPr>
          <p:nvPr/>
        </p:nvSpPr>
        <p:spPr>
          <a:xfrm>
            <a:off x="914730" y="1158289"/>
            <a:ext cx="10017469" cy="4611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chemeClr val="bg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5pPr>
            <a:lvl6pPr marL="48339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6pPr>
            <a:lvl7pPr marL="96679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45018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93358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endParaRPr lang="en-US" kern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75CECC-A198-B1DB-B638-A8656D5C3892}"/>
              </a:ext>
            </a:extLst>
          </p:cNvPr>
          <p:cNvSpPr txBox="1"/>
          <p:nvPr/>
        </p:nvSpPr>
        <p:spPr>
          <a:xfrm>
            <a:off x="417127" y="930962"/>
            <a:ext cx="358731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377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Started in Q1 2022</a:t>
            </a:r>
          </a:p>
          <a:p>
            <a:pPr marL="285750" lvl="0" indent="-285750" defTabSz="914377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Grown to </a:t>
            </a: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40</a:t>
            </a:r>
            <a:r>
              <a:rPr lang="en-US" sz="1800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 OSS </a:t>
            </a:r>
            <a:r>
              <a:rPr lang="en-US" sz="18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tools/libraries being ported </a:t>
            </a:r>
            <a:br>
              <a:rPr lang="en-US" sz="18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sz="18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to z/OS</a:t>
            </a:r>
          </a:p>
          <a:p>
            <a:pPr marL="285750" lvl="0" indent="-285750" defTabSz="914377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Community binaries are being published to GitHub via </a:t>
            </a:r>
            <a:b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</a:b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CI/CD pipeline</a:t>
            </a:r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285750" lvl="0" indent="-28575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lvl="0" defTabSz="914377">
              <a:defRPr/>
            </a:pPr>
            <a:endParaRPr lang="en-US" b="1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lvl="0" defTabSz="914377">
              <a:defRPr/>
            </a:pPr>
            <a:endParaRPr lang="en-US" sz="1800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838190" lvl="1" indent="-38099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380990" lvl="0" indent="-380990" defTabSz="914377"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80F60A-E6D4-076E-C0FB-CD2318512687}"/>
              </a:ext>
            </a:extLst>
          </p:cNvPr>
          <p:cNvGrpSpPr/>
          <p:nvPr/>
        </p:nvGrpSpPr>
        <p:grpSpPr>
          <a:xfrm>
            <a:off x="4621508" y="5618070"/>
            <a:ext cx="7412137" cy="1380909"/>
            <a:chOff x="1272651" y="4898327"/>
            <a:chExt cx="8928204" cy="1663357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3BE44E3F-7E19-414D-135F-9FAB48CC91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0216" y="5499447"/>
              <a:ext cx="1533065" cy="461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erl Programming Language icon PNG and SVG Vector Free Download">
              <a:extLst>
                <a:ext uri="{FF2B5EF4-FFF2-40B4-BE49-F238E27FC236}">
                  <a16:creationId xmlns:a16="http://schemas.microsoft.com/office/drawing/2014/main" id="{5E40E99A-A8F6-CFD6-DD34-92FA53A8D8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2651" y="5190912"/>
              <a:ext cx="859116" cy="968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2" name="Picture 10" descr="Git - Logo Downloads">
              <a:extLst>
                <a:ext uri="{FF2B5EF4-FFF2-40B4-BE49-F238E27FC236}">
                  <a16:creationId xmlns:a16="http://schemas.microsoft.com/office/drawing/2014/main" id="{EA2B34AC-A37D-AA48-EA0B-ADB14AE8FC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0471" y="5420608"/>
              <a:ext cx="1481850" cy="6187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 descr="Openssl icon - Simple Icons">
              <a:extLst>
                <a:ext uri="{FF2B5EF4-FFF2-40B4-BE49-F238E27FC236}">
                  <a16:creationId xmlns:a16="http://schemas.microsoft.com/office/drawing/2014/main" id="{044A8938-BE2A-52AD-485E-FBA7F711D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1025" y="4898327"/>
              <a:ext cx="1663357" cy="16633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2" name="Picture 20" descr="12 Best GNU Make Alternatives - Reviews, Features, Pros &amp; Cons -  Alternative.me">
              <a:extLst>
                <a:ext uri="{FF2B5EF4-FFF2-40B4-BE49-F238E27FC236}">
                  <a16:creationId xmlns:a16="http://schemas.microsoft.com/office/drawing/2014/main" id="{28EA3343-B77A-02CE-BCAF-30CB81B848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1984" y="5130469"/>
              <a:ext cx="968871" cy="968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4" name="Picture 22" descr="GZIP file format variant - Free interface icons">
              <a:extLst>
                <a:ext uri="{FF2B5EF4-FFF2-40B4-BE49-F238E27FC236}">
                  <a16:creationId xmlns:a16="http://schemas.microsoft.com/office/drawing/2014/main" id="{28BC282A-56D1-9820-BE2B-5A2C637DB0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3086" y="5290792"/>
              <a:ext cx="878426" cy="878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74DC13B-7AEF-D464-AD9B-4500D60058F8}"/>
              </a:ext>
            </a:extLst>
          </p:cNvPr>
          <p:cNvGrpSpPr/>
          <p:nvPr/>
        </p:nvGrpSpPr>
        <p:grpSpPr>
          <a:xfrm>
            <a:off x="4708634" y="923402"/>
            <a:ext cx="7066239" cy="4776309"/>
            <a:chOff x="525991" y="989068"/>
            <a:chExt cx="5301032" cy="336286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D22AF38-0681-9564-065C-64CAB410CD8C}"/>
                </a:ext>
              </a:extLst>
            </p:cNvPr>
            <p:cNvSpPr/>
            <p:nvPr/>
          </p:nvSpPr>
          <p:spPr bwMode="auto">
            <a:xfrm>
              <a:off x="525991" y="989068"/>
              <a:ext cx="1692457" cy="3352729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144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90000"/>
                </a:lnSpc>
                <a:spcBef>
                  <a:spcPts val="1200"/>
                </a:spcBef>
                <a:spcAft>
                  <a:spcPct val="0"/>
                </a:spcAft>
              </a:pPr>
              <a:r>
                <a:rPr lang="en-US" sz="1400" b="1" kern="0" dirty="0"/>
                <a:t>  </a:t>
              </a:r>
              <a:r>
                <a:rPr lang="en-US" b="1" kern="0" dirty="0">
                  <a:latin typeface="+mj-lt"/>
                </a:rPr>
                <a:t>Builds and most  tests passing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i="1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m4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make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perl</a:t>
              </a: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 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3F359FB-DF9E-1966-C6D5-882D8D530991}"/>
                </a:ext>
              </a:extLst>
            </p:cNvPr>
            <p:cNvSpPr/>
            <p:nvPr/>
          </p:nvSpPr>
          <p:spPr bwMode="auto">
            <a:xfrm>
              <a:off x="2375393" y="989750"/>
              <a:ext cx="1692457" cy="3362186"/>
            </a:xfrm>
            <a:prstGeom prst="roundRect">
              <a:avLst>
                <a:gd name="adj" fmla="val 0"/>
              </a:avLst>
            </a:prstGeom>
            <a:solidFill>
              <a:srgbClr val="FFC000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144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kern="0" dirty="0">
                  <a:latin typeface="+mj-lt"/>
                </a:rPr>
                <a:t>Builds but several tests failing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sz="1600" i="1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automake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coreutils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autoconf</a:t>
              </a: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 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bison  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gzip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help2man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jq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libtool</a:t>
              </a: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 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makeinfo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openssl</a:t>
              </a: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 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tar 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xz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zlib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xxhash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gettext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zstd</a:t>
              </a: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3429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sz="1200" i="1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3429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sz="1400" i="1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3429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sz="1400" i="1" dirty="0">
                <a:solidFill>
                  <a:srgbClr val="191919"/>
                </a:solidFill>
                <a:latin typeface="HelvNeue Light for IBM" pitchFamily="34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AFC30EA-6C57-F2A0-33E3-F775D68237E6}"/>
                </a:ext>
              </a:extLst>
            </p:cNvPr>
            <p:cNvSpPr/>
            <p:nvPr/>
          </p:nvSpPr>
          <p:spPr bwMode="auto">
            <a:xfrm>
              <a:off x="4224794" y="999889"/>
              <a:ext cx="1602229" cy="3351365"/>
            </a:xfrm>
            <a:prstGeom prst="roundRect">
              <a:avLst>
                <a:gd name="adj" fmla="val 0"/>
              </a:avLst>
            </a:prstGeom>
            <a:solidFill>
              <a:srgbClr val="EE538B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108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kern="0" dirty="0">
                  <a:latin typeface="+mj-lt"/>
                </a:rPr>
                <a:t>Does not build</a:t>
              </a:r>
            </a:p>
            <a:p>
              <a:pPr marL="342900" indent="-3429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sz="1600" i="1" dirty="0">
                <a:solidFill>
                  <a:srgbClr val="191919"/>
                </a:solidFill>
                <a:latin typeface="HelvNeue Light for IBM" pitchFamily="34" charset="0"/>
              </a:endParaRP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curl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expat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gawk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git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lz4man-db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rsync</a:t>
              </a: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 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 err="1">
                  <a:solidFill>
                    <a:srgbClr val="191919"/>
                  </a:solidFill>
                  <a:latin typeface="HelvNeue Light for IBM" pitchFamily="34" charset="0"/>
                </a:rPr>
                <a:t>tcl</a:t>
              </a: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 </a:t>
              </a:r>
            </a:p>
            <a:p>
              <a:pPr marL="342900" indent="-155575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91919"/>
                  </a:solidFill>
                  <a:latin typeface="HelvNeue Light for IBM" pitchFamily="34" charset="0"/>
                </a:rPr>
                <a:t>top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7A2A3D76-74F8-B17E-CFBE-DC3A5CDB4D34}"/>
              </a:ext>
            </a:extLst>
          </p:cNvPr>
          <p:cNvSpPr txBox="1">
            <a:spLocks/>
          </p:cNvSpPr>
          <p:nvPr/>
        </p:nvSpPr>
        <p:spPr>
          <a:xfrm>
            <a:off x="5566053" y="6341927"/>
            <a:ext cx="10017469" cy="4611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chemeClr val="bg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5pPr>
            <a:lvl6pPr marL="48339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6pPr>
            <a:lvl7pPr marL="96679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45018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93358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67533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2F3337-73B2-1B97-3A0F-8EC8722CE14B}"/>
              </a:ext>
            </a:extLst>
          </p:cNvPr>
          <p:cNvSpPr txBox="1"/>
          <p:nvPr/>
        </p:nvSpPr>
        <p:spPr>
          <a:xfrm>
            <a:off x="2965622" y="3238155"/>
            <a:ext cx="6252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z/OS fits into Open Source, not the other way around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9FF5A9-26CC-FBE3-5FBC-9F703C4634A7}"/>
              </a:ext>
            </a:extLst>
          </p:cNvPr>
          <p:cNvSpPr txBox="1">
            <a:spLocks/>
          </p:cNvSpPr>
          <p:nvPr/>
        </p:nvSpPr>
        <p:spPr>
          <a:xfrm>
            <a:off x="914730" y="1158289"/>
            <a:ext cx="10017469" cy="4611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chemeClr val="bg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5pPr>
            <a:lvl6pPr marL="48339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6pPr>
            <a:lvl7pPr marL="96679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45018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93358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endParaRPr lang="en-US" kern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230FD-75ED-A154-52C8-8CB166C61818}"/>
              </a:ext>
            </a:extLst>
          </p:cNvPr>
          <p:cNvSpPr txBox="1"/>
          <p:nvPr/>
        </p:nvSpPr>
        <p:spPr>
          <a:xfrm>
            <a:off x="4783176" y="449388"/>
            <a:ext cx="62525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77">
              <a:defRPr/>
            </a:pPr>
            <a:r>
              <a:rPr lang="en-US" sz="4400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DEMO</a:t>
            </a: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31DB9D5-E5E1-D097-14D5-A066DB955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06" y="1472485"/>
            <a:ext cx="7091387" cy="422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92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68226"/>
            <a:ext cx="10017469" cy="461117"/>
          </a:xfrm>
        </p:spPr>
        <p:txBody>
          <a:bodyPr/>
          <a:lstStyle/>
          <a:p>
            <a:r>
              <a:rPr lang="en-US" dirty="0"/>
              <a:t>We need your help! How do you get involved?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F3337-73B2-1B97-3A0F-8EC8722CE14B}"/>
              </a:ext>
            </a:extLst>
          </p:cNvPr>
          <p:cNvSpPr txBox="1"/>
          <p:nvPr/>
        </p:nvSpPr>
        <p:spPr>
          <a:xfrm>
            <a:off x="2965622" y="3238155"/>
            <a:ext cx="6252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z/OS fits into Open Source, not the other way around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9FF5A9-26CC-FBE3-5FBC-9F703C4634A7}"/>
              </a:ext>
            </a:extLst>
          </p:cNvPr>
          <p:cNvSpPr txBox="1">
            <a:spLocks/>
          </p:cNvSpPr>
          <p:nvPr/>
        </p:nvSpPr>
        <p:spPr>
          <a:xfrm>
            <a:off x="914730" y="1158289"/>
            <a:ext cx="10017469" cy="4611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chemeClr val="bg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5pPr>
            <a:lvl6pPr marL="48339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6pPr>
            <a:lvl7pPr marL="96679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45018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93358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endParaRPr lang="en-US" kern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75CECC-A198-B1DB-B638-A8656D5C3892}"/>
              </a:ext>
            </a:extLst>
          </p:cNvPr>
          <p:cNvSpPr txBox="1"/>
          <p:nvPr/>
        </p:nvSpPr>
        <p:spPr>
          <a:xfrm>
            <a:off x="511293" y="982862"/>
            <a:ext cx="1101756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Get involved either as a creator, or a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consumer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, of z/OS Open Source Technology </a:t>
            </a:r>
          </a:p>
          <a:p>
            <a:pPr lvl="0" defTabSz="914377">
              <a:defRPr/>
            </a:pPr>
            <a:endParaRPr lang="en-US" sz="1800" b="1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lvl="0" defTabSz="914377">
              <a:defRPr/>
            </a:pPr>
            <a:r>
              <a:rPr lang="en-US" sz="1800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Do you have access to a z/OS machine?</a:t>
            </a:r>
          </a:p>
          <a:p>
            <a:pPr marL="342900" lvl="0" indent="-342900" defTabSz="914377"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Yes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: </a:t>
            </a:r>
          </a:p>
          <a:p>
            <a:pPr marL="800100" lvl="1" indent="-34290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Then visit to our 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  <a:hlinkClick r:id="rId2"/>
              </a:rPr>
              <a:t>Getting Started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 docs and get started today!</a:t>
            </a:r>
          </a:p>
          <a:p>
            <a:pPr marL="342900" lvl="0" indent="-342900" defTabSz="914377">
              <a:buFont typeface="Arial" panose="020B0604020202020204" pitchFamily="34" charset="0"/>
              <a:buChar char="•"/>
              <a:defRPr/>
            </a:pPr>
            <a:r>
              <a:rPr lang="en-US" sz="1800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No</a:t>
            </a:r>
            <a:r>
              <a:rPr lang="en-US" sz="1800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:</a:t>
            </a:r>
          </a:p>
          <a:p>
            <a:pPr marL="800100" lvl="1" indent="-34290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Email 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  <a:hlinkClick r:id="rId3"/>
              </a:rPr>
              <a:t>fultonm@ca.ibm.com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 to be considered for z/OS system access</a:t>
            </a:r>
          </a:p>
          <a:p>
            <a:pPr marL="800100" lvl="1" indent="-34290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800100" lvl="1" indent="-34290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defTabSz="914377">
              <a:defRPr/>
            </a:pP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What should I get started with?</a:t>
            </a:r>
          </a:p>
          <a:p>
            <a:pPr marL="285750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Visit our discussions page for a list of projects and availabilities:</a:t>
            </a:r>
          </a:p>
          <a:p>
            <a:pPr marL="742950" lvl="1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  <a:hlinkClick r:id="rId4"/>
              </a:rPr>
              <a:t>https://github.com/ZOSOpenTools/meta/discussions</a:t>
            </a: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742950" lvl="1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Got an idea? Create a discussion</a:t>
            </a:r>
          </a:p>
          <a:p>
            <a:pPr marL="742950" lvl="1" indent="-285750" defTabSz="914377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marL="285750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Visit our </a:t>
            </a:r>
            <a:r>
              <a:rPr lang="en-US" i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help wanted 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issues: 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  <a:hlinkClick r:id="rId5"/>
              </a:rPr>
              <a:t>https://github.com/search?q=user%3AZOSOpenTools+repo%3Ahttps%3A%2F%2Fgithub.com%2FZOSOpenTools+label%3A%22help+wanted%22&amp;type=Issues&amp;ref=advsearch&amp;l=&amp;l=</a:t>
            </a: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lvl="1" defTabSz="914377"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defTabSz="914377">
              <a:defRPr/>
            </a:pP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Thank you to our existing Contributors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: Jeff </a:t>
            </a:r>
            <a:r>
              <a:rPr lang="en-US" dirty="0" err="1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Shimoda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Fangbo</a:t>
            </a: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 Meng, Sean Perry, CW Cheung, Nate Myers, and many others!</a:t>
            </a:r>
          </a:p>
          <a:p>
            <a:pPr marL="285750" indent="-285750" defTabSz="914377">
              <a:buFont typeface="Arial" panose="020B0604020202020204" pitchFamily="34" charset="0"/>
              <a:buChar char="•"/>
              <a:defRPr/>
            </a:pPr>
            <a:endParaRPr lang="en-US" b="1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  <a:p>
            <a:pPr defTabSz="914377">
              <a:defRPr/>
            </a:pP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4098" name="Picture 2" descr="Engagement - Free people icons">
            <a:extLst>
              <a:ext uri="{FF2B5EF4-FFF2-40B4-BE49-F238E27FC236}">
                <a16:creationId xmlns:a16="http://schemas.microsoft.com/office/drawing/2014/main" id="{DBA28812-465D-0878-3186-3AE80A16A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199" y="2213919"/>
            <a:ext cx="1772508" cy="177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65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68226"/>
            <a:ext cx="10017469" cy="461117"/>
          </a:xfrm>
        </p:spPr>
        <p:txBody>
          <a:bodyPr/>
          <a:lstStyle/>
          <a:p>
            <a:r>
              <a:rPr lang="en-US" b="1" dirty="0"/>
              <a:t>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F3337-73B2-1B97-3A0F-8EC8722CE14B}"/>
              </a:ext>
            </a:extLst>
          </p:cNvPr>
          <p:cNvSpPr txBox="1"/>
          <p:nvPr/>
        </p:nvSpPr>
        <p:spPr>
          <a:xfrm>
            <a:off x="2965622" y="3238155"/>
            <a:ext cx="6252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z/OS fits into Open Source, not the other way around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9FF5A9-26CC-FBE3-5FBC-9F703C4634A7}"/>
              </a:ext>
            </a:extLst>
          </p:cNvPr>
          <p:cNvSpPr txBox="1">
            <a:spLocks/>
          </p:cNvSpPr>
          <p:nvPr/>
        </p:nvSpPr>
        <p:spPr>
          <a:xfrm>
            <a:off x="914730" y="1158289"/>
            <a:ext cx="10017469" cy="4611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chemeClr val="bg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5pPr>
            <a:lvl6pPr marL="48339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6pPr>
            <a:lvl7pPr marL="96679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45018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93358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endParaRPr lang="en-US" kern="0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924E45B-6D2E-1FED-FAC1-F90544E6D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914" y="1076096"/>
            <a:ext cx="2238266" cy="40664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3468A0-B3D6-FEE5-940D-5907AA9FF386}"/>
              </a:ext>
            </a:extLst>
          </p:cNvPr>
          <p:cNvSpPr txBox="1"/>
          <p:nvPr/>
        </p:nvSpPr>
        <p:spPr>
          <a:xfrm>
            <a:off x="2965622" y="5389445"/>
            <a:ext cx="62466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>
              <a:defRPr/>
            </a:pPr>
            <a:r>
              <a:rPr lang="en-US" b="1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</a:rPr>
              <a:t>You can post feedback in our discussion page as well:</a:t>
            </a:r>
          </a:p>
          <a:p>
            <a:pPr marL="285750" indent="-285750" defTabSz="914377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FFFF"/>
                </a:solidFill>
                <a:latin typeface="IBM Plex Sans" charset="0"/>
                <a:ea typeface="IBM Plex Sans" charset="0"/>
                <a:cs typeface="IBM Plex Sans" charset="0"/>
                <a:hlinkClick r:id="rId3"/>
              </a:rPr>
              <a:t>https://github.com/ZOSOpenTools/meta/discussions/categories/guild-feedback</a:t>
            </a:r>
            <a:endParaRPr lang="en-US" dirty="0">
              <a:solidFill>
                <a:srgbClr val="FFFFFF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8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6AC-9994-B040-A790-72751CBE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776" y="1388847"/>
            <a:ext cx="10017469" cy="461117"/>
          </a:xfrm>
        </p:spPr>
        <p:txBody>
          <a:bodyPr/>
          <a:lstStyle/>
          <a:p>
            <a:r>
              <a:rPr lang="en-US" b="1" dirty="0"/>
              <a:t>We’ll see you next month!</a:t>
            </a:r>
            <a:br>
              <a:rPr lang="en-US" b="1" dirty="0"/>
            </a:br>
            <a:br>
              <a:rPr lang="en-US" b="1" dirty="0"/>
            </a:br>
            <a:r>
              <a:rPr lang="en-US" sz="19900" b="1" dirty="0"/>
              <a:t>Q/A</a:t>
            </a:r>
            <a:endParaRPr lang="en-US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9FF5A9-26CC-FBE3-5FBC-9F703C4634A7}"/>
              </a:ext>
            </a:extLst>
          </p:cNvPr>
          <p:cNvSpPr txBox="1">
            <a:spLocks/>
          </p:cNvSpPr>
          <p:nvPr/>
        </p:nvSpPr>
        <p:spPr>
          <a:xfrm>
            <a:off x="914730" y="1158289"/>
            <a:ext cx="10017469" cy="4611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0">
                <a:solidFill>
                  <a:schemeClr val="bg1"/>
                </a:solidFill>
                <a:latin typeface="IBM Plex Sans" charset="0"/>
                <a:ea typeface="IBM Plex Sans" charset="0"/>
                <a:cs typeface="IBM Plex Sans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5pPr>
            <a:lvl6pPr marL="48339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6pPr>
            <a:lvl7pPr marL="96679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450185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93358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98366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BM 2020 Master template (black background)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12771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Naked-template" id="{38482274-8AD0-3B48-BC15-CBEB83BC3AA0}" vid="{045B8C44-5484-6A43-913D-21B9458BF858}"/>
    </a:ext>
  </a:extLst>
</a:theme>
</file>

<file path=ppt/theme/theme2.xml><?xml version="1.0" encoding="utf-8"?>
<a:theme xmlns:a="http://schemas.openxmlformats.org/drawingml/2006/main" name="IBM Consulting 2021 Master template ">
  <a:themeElements>
    <a:clrScheme name="Custom 2 5">
      <a:dk1>
        <a:srgbClr val="565151"/>
      </a:dk1>
      <a:lt1>
        <a:srgbClr val="FFFFFF"/>
      </a:lt1>
      <a:dk2>
        <a:srgbClr val="000000"/>
      </a:dk2>
      <a:lt2>
        <a:srgbClr val="FFFFFF"/>
      </a:lt2>
      <a:accent1>
        <a:srgbClr val="004144"/>
      </a:accent1>
      <a:accent2>
        <a:srgbClr val="FDDC69"/>
      </a:accent2>
      <a:accent3>
        <a:srgbClr val="740937"/>
      </a:accent3>
      <a:accent4>
        <a:srgbClr val="BAE6FF"/>
      </a:accent4>
      <a:accent5>
        <a:srgbClr val="061727"/>
      </a:accent5>
      <a:accent6>
        <a:srgbClr val="2A0A18"/>
      </a:accent6>
      <a:hlink>
        <a:srgbClr val="4589FF"/>
      </a:hlink>
      <a:folHlink>
        <a:srgbClr val="6F6F6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 Consulting Template" id="{3480C0B8-3254-4D4A-A7F3-182AA3714962}" vid="{382EE18C-ACD0-2C46-9485-04BFFEC6D225}"/>
    </a:ext>
  </a:extLst>
</a:theme>
</file>

<file path=ppt/theme/theme3.xml><?xml version="1.0" encoding="utf-8"?>
<a:theme xmlns:a="http://schemas.openxmlformats.org/drawingml/2006/main" name="IBM 2019 Master template (white background)">
  <a:themeElements>
    <a:clrScheme name="Custom 1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0062FF"/>
      </a:hlink>
      <a:folHlink>
        <a:srgbClr val="6EA6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9050">
          <a:solidFill>
            <a:schemeClr val="accent2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2019_V01_Arial" id="{1A4DA36A-8F0F-7E4A-B00D-DA1BD81F28CD}" vid="{6B146999-A8D2-8744-A671-88AC4979DD6F}"/>
    </a:ext>
  </a:extLst>
</a:theme>
</file>

<file path=ppt/theme/theme4.xml><?xml version="1.0" encoding="utf-8"?>
<a:theme xmlns:a="http://schemas.openxmlformats.org/drawingml/2006/main" name="IBM BxD 2018 black background">
  <a:themeElements>
    <a:clrScheme name="IBM BxD palette 2018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767676"/>
      </a:accent1>
      <a:accent2>
        <a:srgbClr val="0F6FFF"/>
      </a:accent2>
      <a:accent3>
        <a:srgbClr val="D7306D"/>
      </a:accent3>
      <a:accent4>
        <a:srgbClr val="924CFC"/>
      </a:accent4>
      <a:accent5>
        <a:srgbClr val="008381"/>
      </a:accent5>
      <a:accent6>
        <a:srgbClr val="6E757C"/>
      </a:accent6>
      <a:hlink>
        <a:srgbClr val="0F6FFF"/>
      </a:hlink>
      <a:folHlink>
        <a:srgbClr val="6EA6FF"/>
      </a:folHlink>
    </a:clrScheme>
    <a:fontScheme name="IBM Plex">
      <a:majorFont>
        <a:latin typeface="IBM Plex Sans SemiBold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HelvNeue Light for IBM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4F0027"/>
    </a:custClr>
    <a:custClr name="Magenta 80">
      <a:srgbClr val="760A3A"/>
    </a:custClr>
    <a:custClr name="Magenta 70">
      <a:srgbClr val="A11950"/>
    </a:custClr>
    <a:custClr name="Magenta 60">
      <a:srgbClr val="D7306D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21260"/>
    </a:custClr>
    <a:custClr name="Purple 80">
      <a:srgbClr val="4F2196"/>
    </a:custClr>
    <a:custClr name="Purple 70">
      <a:srgbClr val="6E32C9"/>
    </a:custClr>
    <a:custClr name="Purple 60">
      <a:srgbClr val="924CFC"/>
    </a:custClr>
    <a:custClr name="Purple 50">
      <a:srgbClr val="A970FF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51B75"/>
    </a:custClr>
    <a:custClr name="Blue 80">
      <a:srgbClr val="0530AD"/>
    </a:custClr>
    <a:custClr name="Blue 70">
      <a:srgbClr val="054ADA"/>
    </a:custClr>
    <a:custClr name="Blue 60">
      <a:srgbClr val="0F6FFF"/>
    </a:custClr>
    <a:custClr name="Blue 50">
      <a:srgbClr val="418CFF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2B30"/>
    </a:custClr>
    <a:custClr name="Teal 80">
      <a:srgbClr val="004548"/>
    </a:custClr>
    <a:custClr name="Teal 70">
      <a:srgbClr val="006161"/>
    </a:custClr>
    <a:custClr name="Teal 60">
      <a:srgbClr val="008381"/>
    </a:custClr>
    <a:custClr name="Teal 50">
      <a:srgbClr val="009E9A"/>
    </a:custClr>
    <a:custClr name="Teal 40">
      <a:srgbClr val="00BAB6"/>
    </a:custClr>
    <a:custClr name="Teal 30">
      <a:srgbClr val="20D5D2"/>
    </a:custClr>
    <a:custClr name="Teal 20">
      <a:srgbClr val="87EDED"/>
    </a:custClr>
    <a:custClr name="Teal 10">
      <a:srgbClr val="DBFBFB"/>
    </a:custClr>
    <a:custClr name="Gray 100">
      <a:srgbClr val="171717"/>
    </a:custClr>
    <a:custClr name="Gray 90">
      <a:srgbClr val="252525"/>
    </a:custClr>
    <a:custClr name="Gray 80">
      <a:srgbClr val="3D3D3D"/>
    </a:custClr>
    <a:custClr name="Gray 70">
      <a:srgbClr val="565656"/>
    </a:custClr>
    <a:custClr name="Gray 60">
      <a:srgbClr val="767676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Plex_16x9" id="{0EA35D9A-8E1D-664A-808E-93BABB999E0C}" vid="{C91237CF-0D5A-0E40-B517-BDEDD4BD6E4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7103</TotalTime>
  <Words>899</Words>
  <Application>Microsoft Macintosh PowerPoint</Application>
  <PresentationFormat>Widescreen</PresentationFormat>
  <Paragraphs>136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32" baseType="lpstr">
      <vt:lpstr>.AppleSystemUIFont</vt:lpstr>
      <vt:lpstr>Arial</vt:lpstr>
      <vt:lpstr>Arial Regular</vt:lpstr>
      <vt:lpstr>Calibri</vt:lpstr>
      <vt:lpstr>Helvetica Neue Medium</vt:lpstr>
      <vt:lpstr>HelvNeue Light for IBM</vt:lpstr>
      <vt:lpstr>IBM Plex Sans</vt:lpstr>
      <vt:lpstr>IBM Plex Sans Bold</vt:lpstr>
      <vt:lpstr>IBM Plex Sans ExtraLight</vt:lpstr>
      <vt:lpstr>IBM Plex Sans Light</vt:lpstr>
      <vt:lpstr>IBM Plex Sans Regular</vt:lpstr>
      <vt:lpstr>IBM Plex Sans SemiBold</vt:lpstr>
      <vt:lpstr>Lubalin Demi for IBM</vt:lpstr>
      <vt:lpstr>Proxima Nova</vt:lpstr>
      <vt:lpstr>RedHatDisplay</vt:lpstr>
      <vt:lpstr>RedHatText</vt:lpstr>
      <vt:lpstr>Wingdings</vt:lpstr>
      <vt:lpstr>IBM 2020 Master template (black background)</vt:lpstr>
      <vt:lpstr>IBM Consulting 2021 Master template </vt:lpstr>
      <vt:lpstr>IBM 2019 Master template (white background)</vt:lpstr>
      <vt:lpstr>IBM BxD 2018 black background</vt:lpstr>
      <vt:lpstr>   z/OS Open Source Guild Meetings  Igor Todorovski (itodorov@ca.ibm.com)  Mike Fulton (fultonm@ca.ibm.com)       </vt:lpstr>
      <vt:lpstr>Agenda</vt:lpstr>
      <vt:lpstr>Open Source on z/OS? Why are we so behind?</vt:lpstr>
      <vt:lpstr>z/OS is known for security and Open Source is not secure right? Wrong! </vt:lpstr>
      <vt:lpstr>z/OS Open Source Guild - Goals</vt:lpstr>
      <vt:lpstr>z/OS Open Source Initiative https://github.com/ZOSOpenTools </vt:lpstr>
      <vt:lpstr>Where we are now?  </vt:lpstr>
      <vt:lpstr>PowerPoint Presentation</vt:lpstr>
      <vt:lpstr>We need your help! How do you get involved?</vt:lpstr>
      <vt:lpstr>Survey</vt:lpstr>
      <vt:lpstr>We’ll see you next month!  Q/A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Jast</dc:creator>
  <cp:lastModifiedBy>Igor Todorovski</cp:lastModifiedBy>
  <cp:revision>45</cp:revision>
  <dcterms:created xsi:type="dcterms:W3CDTF">2021-12-03T18:24:28Z</dcterms:created>
  <dcterms:modified xsi:type="dcterms:W3CDTF">2022-08-17T16:06:02Z</dcterms:modified>
</cp:coreProperties>
</file>